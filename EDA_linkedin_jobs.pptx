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svg" ContentType="image/svg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440" r:id="rId2"/>
    <p:sldId id="444" r:id="rId3"/>
    <p:sldId id="442" r:id="rId4"/>
    <p:sldId id="445" r:id="rId5"/>
    <p:sldId id="441" r:id="rId6"/>
    <p:sldId id="446" r:id="rId7"/>
    <p:sldId id="454" r:id="rId8"/>
    <p:sldId id="447" r:id="rId9"/>
    <p:sldId id="448" r:id="rId10"/>
    <p:sldId id="456" r:id="rId11"/>
    <p:sldId id="449" r:id="rId12"/>
    <p:sldId id="455" r:id="rId13"/>
    <p:sldId id="457" r:id="rId14"/>
    <p:sldId id="452" r:id="rId15"/>
    <p:sldId id="451" r:id="rId16"/>
    <p:sldId id="461" r:id="rId17"/>
    <p:sldId id="462" r:id="rId18"/>
    <p:sldId id="463" r:id="rId19"/>
    <p:sldId id="464" r:id="rId20"/>
    <p:sldId id="293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55FFF"/>
    <a:srgbClr val="6177FF"/>
    <a:srgbClr val="DCD6CA"/>
    <a:srgbClr val="272525"/>
    <a:srgbClr val="F3F3F3"/>
    <a:srgbClr val="F1F0E6"/>
    <a:srgbClr val="BAC4FF"/>
    <a:srgbClr val="6A6E6D"/>
    <a:srgbClr val="A9A18A"/>
    <a:srgbClr val="D8CC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123" autoAdjust="0"/>
    <p:restoredTop sz="94618"/>
  </p:normalViewPr>
  <p:slideViewPr>
    <p:cSldViewPr snapToGrid="0">
      <p:cViewPr>
        <p:scale>
          <a:sx n="92" d="100"/>
          <a:sy n="92" d="100"/>
        </p:scale>
        <p:origin x="100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302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="" xmlns:a16="http://schemas.microsoft.com/office/drawing/2014/main" id="{59230B0E-39ED-45EA-AD95-669D0616B3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AA82B798-201A-4B14-B1F0-6A660C5C72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EE2F5857-B39B-4284-A086-C6DE2719C94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E3EF34-7656-4396-AEBE-2B554E5E93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7821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49F08-9100-4AF5-BC0A-FC6A093BE3CC}" type="datetimeFigureOut">
              <a:rPr lang="ko-KR" altLang="en-US" smtClean="0"/>
              <a:t>2021. 11. 19.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8FC7D2-309F-4B1D-AF63-DB3D4B5448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933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80208a148f_3_155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80208a148f_3_155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2250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80208a148f_3_155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80208a148f_3_155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22341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80208a148f_3_155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80208a148f_3_155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28204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6771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80208a148f_3_155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80208a148f_3_155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9678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hyperlink" Target="https://pptmon.com/" TargetMode="External"/><Relationship Id="rId6" Type="http://schemas.openxmlformats.org/officeDocument/2006/relationships/hyperlink" Target="http://www.pptmon.com/" TargetMode="External"/><Relationship Id="rId1" Type="http://schemas.openxmlformats.org/officeDocument/2006/relationships/slideMaster" Target="../slideMasters/slideMaster1.xml"/><Relationship Id="rId2" Type="http://schemas.openxmlformats.org/officeDocument/2006/relationships/hyperlink" Target="http://pptmon.com/" TargetMode="Externa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hyperlink" Target="https://pptmon.com/" TargetMode="External"/><Relationship Id="rId6" Type="http://schemas.openxmlformats.org/officeDocument/2006/relationships/hyperlink" Target="http://www.pptmon.com/" TargetMode="External"/><Relationship Id="rId1" Type="http://schemas.openxmlformats.org/officeDocument/2006/relationships/slideMaster" Target="../slideMasters/slideMaster1.xml"/><Relationship Id="rId2" Type="http://schemas.openxmlformats.org/officeDocument/2006/relationships/hyperlink" Target="http://pptmon.com/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hyperlink" Target="https://pptmon.com/" TargetMode="External"/><Relationship Id="rId6" Type="http://schemas.openxmlformats.org/officeDocument/2006/relationships/hyperlink" Target="http://www.pptmon.com/" TargetMode="External"/><Relationship Id="rId1" Type="http://schemas.openxmlformats.org/officeDocument/2006/relationships/slideMaster" Target="../slideMasters/slideMaster1.xml"/><Relationship Id="rId2" Type="http://schemas.openxmlformats.org/officeDocument/2006/relationships/hyperlink" Target="http://pptmon.com/" TargetMode="Externa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hyperlink" Target="https://pptmon.com/" TargetMode="External"/><Relationship Id="rId6" Type="http://schemas.openxmlformats.org/officeDocument/2006/relationships/hyperlink" Target="http://www.pptmon.com/" TargetMode="External"/><Relationship Id="rId1" Type="http://schemas.openxmlformats.org/officeDocument/2006/relationships/slideMaster" Target="../slideMasters/slideMaster1.xml"/><Relationship Id="rId2" Type="http://schemas.openxmlformats.org/officeDocument/2006/relationships/hyperlink" Target="http://pptmon.com/" TargetMode="Externa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hyperlink" Target="https://pptmon.com/" TargetMode="External"/><Relationship Id="rId6" Type="http://schemas.openxmlformats.org/officeDocument/2006/relationships/hyperlink" Target="http://www.pptmon.com/" TargetMode="External"/><Relationship Id="rId1" Type="http://schemas.openxmlformats.org/officeDocument/2006/relationships/slideMaster" Target="../slideMasters/slideMaster1.xml"/><Relationship Id="rId2" Type="http://schemas.openxmlformats.org/officeDocument/2006/relationships/hyperlink" Target="http://pptmon.com/" TargetMode="Externa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hyperlink" Target="https://pptmon.com/" TargetMode="External"/><Relationship Id="rId6" Type="http://schemas.openxmlformats.org/officeDocument/2006/relationships/hyperlink" Target="http://www.pptmon.com/" TargetMode="External"/><Relationship Id="rId1" Type="http://schemas.openxmlformats.org/officeDocument/2006/relationships/slideMaster" Target="../slideMasters/slideMaster1.xml"/><Relationship Id="rId2" Type="http://schemas.openxmlformats.org/officeDocument/2006/relationships/hyperlink" Target="http://pptmon.com/" TargetMode="Externa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hyperlink" Target="https://pptmon.com/" TargetMode="External"/><Relationship Id="rId6" Type="http://schemas.openxmlformats.org/officeDocument/2006/relationships/hyperlink" Target="http://www.pptmon.com/" TargetMode="External"/><Relationship Id="rId1" Type="http://schemas.openxmlformats.org/officeDocument/2006/relationships/slideMaster" Target="../slideMasters/slideMaster1.xml"/><Relationship Id="rId2" Type="http://schemas.openxmlformats.org/officeDocument/2006/relationships/hyperlink" Target="http://pptmon.com/" TargetMode="Externa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hyperlink" Target="https://pptmon.com/" TargetMode="External"/><Relationship Id="rId6" Type="http://schemas.openxmlformats.org/officeDocument/2006/relationships/hyperlink" Target="http://www.pptmon.com/" TargetMode="External"/><Relationship Id="rId1" Type="http://schemas.openxmlformats.org/officeDocument/2006/relationships/slideMaster" Target="../slideMasters/slideMaster1.xml"/><Relationship Id="rId2" Type="http://schemas.openxmlformats.org/officeDocument/2006/relationships/hyperlink" Target="http://pptmon.com/" TargetMode="Externa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hyperlink" Target="https://pptmon.com/" TargetMode="External"/><Relationship Id="rId6" Type="http://schemas.openxmlformats.org/officeDocument/2006/relationships/hyperlink" Target="http://www.pptmon.com/" TargetMode="External"/><Relationship Id="rId1" Type="http://schemas.openxmlformats.org/officeDocument/2006/relationships/slideMaster" Target="../slideMasters/slideMaster1.xml"/><Relationship Id="rId2" Type="http://schemas.openxmlformats.org/officeDocument/2006/relationships/hyperlink" Target="http://pptmon.com/" TargetMode="Externa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hyperlink" Target="https://pptmon.com/" TargetMode="External"/><Relationship Id="rId6" Type="http://schemas.openxmlformats.org/officeDocument/2006/relationships/hyperlink" Target="http://www.pptmon.com/" TargetMode="External"/><Relationship Id="rId1" Type="http://schemas.openxmlformats.org/officeDocument/2006/relationships/slideMaster" Target="../slideMasters/slideMaster1.xml"/><Relationship Id="rId2" Type="http://schemas.openxmlformats.org/officeDocument/2006/relationships/hyperlink" Target="http://pptmon.com/" TargetMode="Externa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hyperlink" Target="https://pptmon.com/" TargetMode="External"/><Relationship Id="rId6" Type="http://schemas.openxmlformats.org/officeDocument/2006/relationships/hyperlink" Target="http://www.pptmon.com/" TargetMode="External"/><Relationship Id="rId1" Type="http://schemas.openxmlformats.org/officeDocument/2006/relationships/slideMaster" Target="../slideMasters/slideMaster1.xml"/><Relationship Id="rId2" Type="http://schemas.openxmlformats.org/officeDocument/2006/relationships/hyperlink" Target="http://pptmon.com/" TargetMode="Externa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hyperlink" Target="https://pptmon.com/" TargetMode="External"/><Relationship Id="rId6" Type="http://schemas.openxmlformats.org/officeDocument/2006/relationships/hyperlink" Target="http://www.pptmon.com/" TargetMode="External"/><Relationship Id="rId1" Type="http://schemas.openxmlformats.org/officeDocument/2006/relationships/slideMaster" Target="../slideMasters/slideMaster1.xml"/><Relationship Id="rId2" Type="http://schemas.openxmlformats.org/officeDocument/2006/relationships/hyperlink" Target="http://pptmon.com/" TargetMode="Externa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hyperlink" Target="https://pptmon.com/" TargetMode="External"/><Relationship Id="rId6" Type="http://schemas.openxmlformats.org/officeDocument/2006/relationships/hyperlink" Target="http://www.pptmon.com/" TargetMode="External"/><Relationship Id="rId1" Type="http://schemas.openxmlformats.org/officeDocument/2006/relationships/slideMaster" Target="../slideMasters/slideMaster1.xml"/><Relationship Id="rId2" Type="http://schemas.openxmlformats.org/officeDocument/2006/relationships/hyperlink" Target="http://pptmon.com/" TargetMode="Externa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hyperlink" Target="https://pptmon.com/" TargetMode="External"/><Relationship Id="rId6" Type="http://schemas.openxmlformats.org/officeDocument/2006/relationships/hyperlink" Target="http://www.pptmon.com/" TargetMode="External"/><Relationship Id="rId7" Type="http://schemas.openxmlformats.org/officeDocument/2006/relationships/image" Target="../media/image2.png"/><Relationship Id="rId8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2" Type="http://schemas.openxmlformats.org/officeDocument/2006/relationships/hyperlink" Target="http://pptmon.com/" TargetMode="Externa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hyperlink" Target="https://pptmon.com/" TargetMode="External"/><Relationship Id="rId6" Type="http://schemas.openxmlformats.org/officeDocument/2006/relationships/hyperlink" Target="http://www.pptmon.com/" TargetMode="External"/><Relationship Id="rId1" Type="http://schemas.openxmlformats.org/officeDocument/2006/relationships/slideMaster" Target="../slideMasters/slideMaster1.xml"/><Relationship Id="rId2" Type="http://schemas.openxmlformats.org/officeDocument/2006/relationships/hyperlink" Target="http://pptmon.com/" TargetMode="Externa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hyperlink" Target="https://pptmon.com/" TargetMode="External"/><Relationship Id="rId6" Type="http://schemas.openxmlformats.org/officeDocument/2006/relationships/hyperlink" Target="http://www.pptmon.com/" TargetMode="External"/><Relationship Id="rId1" Type="http://schemas.openxmlformats.org/officeDocument/2006/relationships/slideMaster" Target="../slideMasters/slideMaster1.xml"/><Relationship Id="rId2" Type="http://schemas.openxmlformats.org/officeDocument/2006/relationships/hyperlink" Target="http://pptmon.com/" TargetMode="Externa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hyperlink" Target="https://pptmon.com/" TargetMode="External"/><Relationship Id="rId6" Type="http://schemas.openxmlformats.org/officeDocument/2006/relationships/hyperlink" Target="http://www.pptmon.com/" TargetMode="External"/><Relationship Id="rId1" Type="http://schemas.openxmlformats.org/officeDocument/2006/relationships/slideMaster" Target="../slideMasters/slideMaster1.xml"/><Relationship Id="rId2" Type="http://schemas.openxmlformats.org/officeDocument/2006/relationships/hyperlink" Target="http://pptmon.com/" TargetMode="Externa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hyperlink" Target="https://pptmon.com/" TargetMode="External"/><Relationship Id="rId6" Type="http://schemas.openxmlformats.org/officeDocument/2006/relationships/hyperlink" Target="http://www.pptmon.com/" TargetMode="External"/><Relationship Id="rId1" Type="http://schemas.openxmlformats.org/officeDocument/2006/relationships/slideMaster" Target="../slideMasters/slideMaster1.xml"/><Relationship Id="rId2" Type="http://schemas.openxmlformats.org/officeDocument/2006/relationships/hyperlink" Target="http://pptmon.com/" TargetMode="Externa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hyperlink" Target="https://pptmon.com/" TargetMode="External"/><Relationship Id="rId6" Type="http://schemas.openxmlformats.org/officeDocument/2006/relationships/hyperlink" Target="http://www.pptmon.com/" TargetMode="External"/><Relationship Id="rId1" Type="http://schemas.openxmlformats.org/officeDocument/2006/relationships/slideMaster" Target="../slideMasters/slideMaster1.xml"/><Relationship Id="rId2" Type="http://schemas.openxmlformats.org/officeDocument/2006/relationships/hyperlink" Target="http://pptmon.com/" TargetMode="Externa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3">
            <a:hlinkClick r:id="rId2"/>
            <a:extLst>
              <a:ext uri="{FF2B5EF4-FFF2-40B4-BE49-F238E27FC236}">
                <a16:creationId xmlns="" xmlns:a16="http://schemas.microsoft.com/office/drawing/2014/main" id="{E309399F-A856-48E7-9C32-909EF82459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17" name="TextBox 16">
            <a:hlinkClick r:id="rId5"/>
            <a:extLst>
              <a:ext uri="{FF2B5EF4-FFF2-40B4-BE49-F238E27FC236}">
                <a16:creationId xmlns="" xmlns:a16="http://schemas.microsoft.com/office/drawing/2014/main" id="{BD9B911D-35CB-471A-A510-8960A4A48033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="" xmlns:a16="http://schemas.microsoft.com/office/drawing/2014/main" id="{79E7D1A4-9A27-40D4-AFCA-399D14C5FB95}"/>
              </a:ext>
            </a:extLst>
          </p:cNvPr>
          <p:cNvSpPr/>
          <p:nvPr userDrawn="1"/>
        </p:nvSpPr>
        <p:spPr>
          <a:xfrm>
            <a:off x="539400" y="540000"/>
            <a:ext cx="11113200" cy="5778000"/>
          </a:xfrm>
          <a:prstGeom prst="rect">
            <a:avLst/>
          </a:prstGeom>
          <a:noFill/>
          <a:ln>
            <a:solidFill>
              <a:srgbClr val="2725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+mj-lt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="" xmlns:a16="http://schemas.microsoft.com/office/drawing/2014/main" id="{11A9E487-DF00-4DC5-A2C8-75C991DB2923}"/>
              </a:ext>
            </a:extLst>
          </p:cNvPr>
          <p:cNvCxnSpPr>
            <a:cxnSpLocks/>
          </p:cNvCxnSpPr>
          <p:nvPr userDrawn="1"/>
        </p:nvCxnSpPr>
        <p:spPr>
          <a:xfrm flipH="1">
            <a:off x="6096000" y="1080000"/>
            <a:ext cx="5556000" cy="0"/>
          </a:xfrm>
          <a:prstGeom prst="line">
            <a:avLst/>
          </a:prstGeom>
          <a:noFill/>
          <a:ln>
            <a:solidFill>
              <a:srgbClr val="2725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="" xmlns:a16="http://schemas.microsoft.com/office/drawing/2014/main" id="{A608F828-0CF0-4053-A304-D8F2BDC9AE47}"/>
              </a:ext>
            </a:extLst>
          </p:cNvPr>
          <p:cNvCxnSpPr>
            <a:cxnSpLocks/>
            <a:stCxn id="5" idx="0"/>
          </p:cNvCxnSpPr>
          <p:nvPr userDrawn="1"/>
        </p:nvCxnSpPr>
        <p:spPr>
          <a:xfrm>
            <a:off x="6096000" y="540000"/>
            <a:ext cx="0" cy="1079990"/>
          </a:xfrm>
          <a:prstGeom prst="line">
            <a:avLst/>
          </a:prstGeom>
          <a:noFill/>
          <a:ln>
            <a:solidFill>
              <a:srgbClr val="2725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" name="그림 개체 틀 17">
            <a:extLst>
              <a:ext uri="{FF2B5EF4-FFF2-40B4-BE49-F238E27FC236}">
                <a16:creationId xmlns="" xmlns:a16="http://schemas.microsoft.com/office/drawing/2014/main" id="{362D834D-21E7-484E-A078-1CBEB590125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477874" y="2217329"/>
            <a:ext cx="3503336" cy="3503332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  <a:ln w="12700">
            <a:solidFill>
              <a:srgbClr val="272525"/>
            </a:solidFill>
          </a:ln>
          <a:effectLst>
            <a:outerShdw dist="88900" dir="2700000" algn="tl" rotWithShape="0">
              <a:srgbClr val="272525"/>
            </a:outerShdw>
          </a:effectLst>
        </p:spPr>
        <p:txBody>
          <a:bodyPr anchor="b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6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cxnSp>
        <p:nvCxnSpPr>
          <p:cNvPr id="28" name="직선 연결선 27">
            <a:extLst>
              <a:ext uri="{FF2B5EF4-FFF2-40B4-BE49-F238E27FC236}">
                <a16:creationId xmlns="" xmlns:a16="http://schemas.microsoft.com/office/drawing/2014/main" id="{5ADF05B6-DBD8-433D-AF3C-F4D756224E67}"/>
              </a:ext>
            </a:extLst>
          </p:cNvPr>
          <p:cNvCxnSpPr/>
          <p:nvPr userDrawn="1"/>
        </p:nvCxnSpPr>
        <p:spPr>
          <a:xfrm flipH="1">
            <a:off x="539400" y="1619990"/>
            <a:ext cx="11112600" cy="0"/>
          </a:xfrm>
          <a:prstGeom prst="line">
            <a:avLst/>
          </a:prstGeom>
          <a:noFill/>
          <a:ln>
            <a:solidFill>
              <a:srgbClr val="2725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54948787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3">
            <a:hlinkClick r:id="rId2"/>
            <a:extLst>
              <a:ext uri="{FF2B5EF4-FFF2-40B4-BE49-F238E27FC236}">
                <a16:creationId xmlns="" xmlns:a16="http://schemas.microsoft.com/office/drawing/2014/main" id="{E42E7E32-DE2B-449C-B0B7-54876D8737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8" name="TextBox 7">
            <a:hlinkClick r:id="rId5"/>
            <a:extLst>
              <a:ext uri="{FF2B5EF4-FFF2-40B4-BE49-F238E27FC236}">
                <a16:creationId xmlns="" xmlns:a16="http://schemas.microsoft.com/office/drawing/2014/main" id="{D904C983-8729-436A-B464-93C66665AC68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="" xmlns:a16="http://schemas.microsoft.com/office/drawing/2014/main" id="{43693E2A-DD74-43DA-A499-7C9579D170ED}"/>
              </a:ext>
            </a:extLst>
          </p:cNvPr>
          <p:cNvCxnSpPr>
            <a:cxnSpLocks/>
          </p:cNvCxnSpPr>
          <p:nvPr userDrawn="1"/>
        </p:nvCxnSpPr>
        <p:spPr>
          <a:xfrm flipH="1">
            <a:off x="5959600" y="647700"/>
            <a:ext cx="5556000" cy="0"/>
          </a:xfrm>
          <a:prstGeom prst="line">
            <a:avLst/>
          </a:prstGeom>
          <a:noFill/>
          <a:ln>
            <a:solidFill>
              <a:srgbClr val="2725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="" xmlns:a16="http://schemas.microsoft.com/office/drawing/2014/main" id="{D4931F20-951B-46E0-B2BE-68151733745A}"/>
              </a:ext>
            </a:extLst>
          </p:cNvPr>
          <p:cNvCxnSpPr>
            <a:cxnSpLocks/>
          </p:cNvCxnSpPr>
          <p:nvPr userDrawn="1"/>
        </p:nvCxnSpPr>
        <p:spPr>
          <a:xfrm flipH="1">
            <a:off x="676400" y="6210300"/>
            <a:ext cx="10839200" cy="0"/>
          </a:xfrm>
          <a:prstGeom prst="line">
            <a:avLst/>
          </a:prstGeom>
          <a:noFill/>
          <a:ln>
            <a:solidFill>
              <a:srgbClr val="2725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16481504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3">
            <a:hlinkClick r:id="rId2"/>
            <a:extLst>
              <a:ext uri="{FF2B5EF4-FFF2-40B4-BE49-F238E27FC236}">
                <a16:creationId xmlns="" xmlns:a16="http://schemas.microsoft.com/office/drawing/2014/main" id="{E42E7E32-DE2B-449C-B0B7-54876D8737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8" name="TextBox 7">
            <a:hlinkClick r:id="rId5"/>
            <a:extLst>
              <a:ext uri="{FF2B5EF4-FFF2-40B4-BE49-F238E27FC236}">
                <a16:creationId xmlns="" xmlns:a16="http://schemas.microsoft.com/office/drawing/2014/main" id="{D904C983-8729-436A-B464-93C66665AC68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="" xmlns:a16="http://schemas.microsoft.com/office/drawing/2014/main" id="{31D88A26-E67E-4E77-9F2B-B97F79C21E4A}"/>
              </a:ext>
            </a:extLst>
          </p:cNvPr>
          <p:cNvCxnSpPr>
            <a:cxnSpLocks/>
          </p:cNvCxnSpPr>
          <p:nvPr userDrawn="1"/>
        </p:nvCxnSpPr>
        <p:spPr>
          <a:xfrm flipH="1">
            <a:off x="5959600" y="647700"/>
            <a:ext cx="5556000" cy="0"/>
          </a:xfrm>
          <a:prstGeom prst="line">
            <a:avLst/>
          </a:prstGeom>
          <a:noFill/>
          <a:ln>
            <a:solidFill>
              <a:srgbClr val="2725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="" xmlns:a16="http://schemas.microsoft.com/office/drawing/2014/main" id="{3B631943-CA57-4991-B9E6-F89337DF8B6D}"/>
              </a:ext>
            </a:extLst>
          </p:cNvPr>
          <p:cNvCxnSpPr>
            <a:cxnSpLocks/>
          </p:cNvCxnSpPr>
          <p:nvPr userDrawn="1"/>
        </p:nvCxnSpPr>
        <p:spPr>
          <a:xfrm flipH="1">
            <a:off x="676400" y="6210300"/>
            <a:ext cx="10839200" cy="0"/>
          </a:xfrm>
          <a:prstGeom prst="line">
            <a:avLst/>
          </a:prstGeom>
          <a:noFill/>
          <a:ln>
            <a:solidFill>
              <a:srgbClr val="2725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" name="직사각형 32">
            <a:extLst>
              <a:ext uri="{FF2B5EF4-FFF2-40B4-BE49-F238E27FC236}">
                <a16:creationId xmlns="" xmlns:a16="http://schemas.microsoft.com/office/drawing/2014/main" id="{8047B13F-873D-4BA6-9696-18112C225231}"/>
              </a:ext>
            </a:extLst>
          </p:cNvPr>
          <p:cNvSpPr/>
          <p:nvPr userDrawn="1"/>
        </p:nvSpPr>
        <p:spPr>
          <a:xfrm>
            <a:off x="539400" y="540000"/>
            <a:ext cx="10976200" cy="5778000"/>
          </a:xfrm>
          <a:prstGeom prst="rect">
            <a:avLst/>
          </a:prstGeom>
          <a:noFill/>
          <a:ln>
            <a:solidFill>
              <a:srgbClr val="2725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6841435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3">
            <a:hlinkClick r:id="rId2"/>
            <a:extLst>
              <a:ext uri="{FF2B5EF4-FFF2-40B4-BE49-F238E27FC236}">
                <a16:creationId xmlns="" xmlns:a16="http://schemas.microsoft.com/office/drawing/2014/main" id="{E42E7E32-DE2B-449C-B0B7-54876D8737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8" name="TextBox 7">
            <a:hlinkClick r:id="rId5"/>
            <a:extLst>
              <a:ext uri="{FF2B5EF4-FFF2-40B4-BE49-F238E27FC236}">
                <a16:creationId xmlns="" xmlns:a16="http://schemas.microsoft.com/office/drawing/2014/main" id="{D904C983-8729-436A-B464-93C66665AC68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그래픽 1">
            <a:extLst>
              <a:ext uri="{FF2B5EF4-FFF2-40B4-BE49-F238E27FC236}">
                <a16:creationId xmlns="" xmlns:a16="http://schemas.microsoft.com/office/drawing/2014/main" id="{7E2E2944-F402-41D3-8FED-46157796A88E}"/>
              </a:ext>
            </a:extLst>
          </p:cNvPr>
          <p:cNvSpPr/>
          <p:nvPr/>
        </p:nvSpPr>
        <p:spPr>
          <a:xfrm>
            <a:off x="8838471" y="536519"/>
            <a:ext cx="2830633" cy="5784022"/>
          </a:xfrm>
          <a:custGeom>
            <a:avLst/>
            <a:gdLst>
              <a:gd name="connsiteX0" fmla="*/ 3936 w 2830633"/>
              <a:gd name="connsiteY0" fmla="*/ 5780737 h 5784022"/>
              <a:gd name="connsiteX1" fmla="*/ 2827348 w 2830633"/>
              <a:gd name="connsiteY1" fmla="*/ 5780737 h 5784022"/>
              <a:gd name="connsiteX2" fmla="*/ 2827348 w 2830633"/>
              <a:gd name="connsiteY2" fmla="*/ 3936 h 5784022"/>
              <a:gd name="connsiteX3" fmla="*/ 3936 w 2830633"/>
              <a:gd name="connsiteY3" fmla="*/ 3936 h 5784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0633" h="5784022">
                <a:moveTo>
                  <a:pt x="3936" y="5780737"/>
                </a:moveTo>
                <a:lnTo>
                  <a:pt x="2827348" y="5780737"/>
                </a:lnTo>
                <a:lnTo>
                  <a:pt x="2827348" y="3936"/>
                </a:lnTo>
                <a:lnTo>
                  <a:pt x="3936" y="3936"/>
                </a:lnTo>
              </a:path>
            </a:pathLst>
          </a:custGeom>
          <a:noFill/>
          <a:ln>
            <a:solidFill>
              <a:srgbClr val="27252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2400">
              <a:solidFill>
                <a:srgbClr val="272525"/>
              </a:solidFill>
              <a:latin typeface="+mj-lt"/>
            </a:endParaRPr>
          </a:p>
        </p:txBody>
      </p:sp>
      <p:sp>
        <p:nvSpPr>
          <p:cNvPr id="9" name="그래픽 1">
            <a:extLst>
              <a:ext uri="{FF2B5EF4-FFF2-40B4-BE49-F238E27FC236}">
                <a16:creationId xmlns="" xmlns:a16="http://schemas.microsoft.com/office/drawing/2014/main" id="{587642C0-3418-4475-AFC7-1A3390E317F4}"/>
              </a:ext>
            </a:extLst>
          </p:cNvPr>
          <p:cNvSpPr/>
          <p:nvPr userDrawn="1"/>
        </p:nvSpPr>
        <p:spPr>
          <a:xfrm flipH="1">
            <a:off x="522897" y="536519"/>
            <a:ext cx="2830633" cy="5784022"/>
          </a:xfrm>
          <a:custGeom>
            <a:avLst/>
            <a:gdLst>
              <a:gd name="connsiteX0" fmla="*/ 3936 w 2830633"/>
              <a:gd name="connsiteY0" fmla="*/ 5780737 h 5784022"/>
              <a:gd name="connsiteX1" fmla="*/ 2827348 w 2830633"/>
              <a:gd name="connsiteY1" fmla="*/ 5780737 h 5784022"/>
              <a:gd name="connsiteX2" fmla="*/ 2827348 w 2830633"/>
              <a:gd name="connsiteY2" fmla="*/ 3936 h 5784022"/>
              <a:gd name="connsiteX3" fmla="*/ 3936 w 2830633"/>
              <a:gd name="connsiteY3" fmla="*/ 3936 h 5784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0633" h="5784022">
                <a:moveTo>
                  <a:pt x="3936" y="5780737"/>
                </a:moveTo>
                <a:lnTo>
                  <a:pt x="2827348" y="5780737"/>
                </a:lnTo>
                <a:lnTo>
                  <a:pt x="2827348" y="3936"/>
                </a:lnTo>
                <a:lnTo>
                  <a:pt x="3936" y="3936"/>
                </a:lnTo>
              </a:path>
            </a:pathLst>
          </a:custGeom>
          <a:noFill/>
          <a:ln>
            <a:solidFill>
              <a:srgbClr val="27252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2400">
              <a:solidFill>
                <a:srgbClr val="272525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2260589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3">
            <a:hlinkClick r:id="rId2"/>
            <a:extLst>
              <a:ext uri="{FF2B5EF4-FFF2-40B4-BE49-F238E27FC236}">
                <a16:creationId xmlns="" xmlns:a16="http://schemas.microsoft.com/office/drawing/2014/main" id="{E42E7E32-DE2B-449C-B0B7-54876D8737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8" name="TextBox 7">
            <a:hlinkClick r:id="rId5"/>
            <a:extLst>
              <a:ext uri="{FF2B5EF4-FFF2-40B4-BE49-F238E27FC236}">
                <a16:creationId xmlns="" xmlns:a16="http://schemas.microsoft.com/office/drawing/2014/main" id="{D904C983-8729-436A-B464-93C66665AC68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="" xmlns:a16="http://schemas.microsoft.com/office/drawing/2014/main" id="{A9DB5C8C-30B2-4C75-BA1C-EBB5AF944D2C}"/>
              </a:ext>
            </a:extLst>
          </p:cNvPr>
          <p:cNvCxnSpPr>
            <a:cxnSpLocks/>
          </p:cNvCxnSpPr>
          <p:nvPr userDrawn="1"/>
        </p:nvCxnSpPr>
        <p:spPr>
          <a:xfrm flipV="1">
            <a:off x="539400" y="0"/>
            <a:ext cx="0" cy="6858000"/>
          </a:xfrm>
          <a:prstGeom prst="line">
            <a:avLst/>
          </a:prstGeom>
          <a:noFill/>
          <a:ln>
            <a:solidFill>
              <a:srgbClr val="2725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="" xmlns:a16="http://schemas.microsoft.com/office/drawing/2014/main" id="{2F28EFAA-E850-40BF-92AA-5175010A5323}"/>
              </a:ext>
            </a:extLst>
          </p:cNvPr>
          <p:cNvCxnSpPr>
            <a:cxnSpLocks/>
          </p:cNvCxnSpPr>
          <p:nvPr userDrawn="1"/>
        </p:nvCxnSpPr>
        <p:spPr>
          <a:xfrm flipV="1">
            <a:off x="810333" y="0"/>
            <a:ext cx="0" cy="1236133"/>
          </a:xfrm>
          <a:prstGeom prst="line">
            <a:avLst/>
          </a:prstGeom>
          <a:noFill/>
          <a:ln>
            <a:solidFill>
              <a:srgbClr val="2725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="" xmlns:a16="http://schemas.microsoft.com/office/drawing/2014/main" id="{74314395-B93E-4A18-8D8C-B0A47D2C149F}"/>
              </a:ext>
            </a:extLst>
          </p:cNvPr>
          <p:cNvCxnSpPr>
            <a:cxnSpLocks/>
          </p:cNvCxnSpPr>
          <p:nvPr userDrawn="1"/>
        </p:nvCxnSpPr>
        <p:spPr>
          <a:xfrm flipH="1">
            <a:off x="11652600" y="0"/>
            <a:ext cx="0" cy="6858000"/>
          </a:xfrm>
          <a:prstGeom prst="line">
            <a:avLst/>
          </a:prstGeom>
          <a:noFill/>
          <a:ln>
            <a:solidFill>
              <a:srgbClr val="2725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="" xmlns:a16="http://schemas.microsoft.com/office/drawing/2014/main" id="{073D4772-9ADF-45CF-844B-75EE6EEDFAE2}"/>
              </a:ext>
            </a:extLst>
          </p:cNvPr>
          <p:cNvCxnSpPr>
            <a:cxnSpLocks/>
          </p:cNvCxnSpPr>
          <p:nvPr userDrawn="1"/>
        </p:nvCxnSpPr>
        <p:spPr>
          <a:xfrm flipH="1">
            <a:off x="11381667" y="5621867"/>
            <a:ext cx="0" cy="1236133"/>
          </a:xfrm>
          <a:prstGeom prst="line">
            <a:avLst/>
          </a:prstGeom>
          <a:noFill/>
          <a:ln>
            <a:solidFill>
              <a:srgbClr val="2725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89163914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PTMON slide">
    <p:bg>
      <p:bgPr>
        <a:solidFill>
          <a:srgbClr val="455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3">
            <a:hlinkClick r:id="rId2"/>
            <a:extLst>
              <a:ext uri="{FF2B5EF4-FFF2-40B4-BE49-F238E27FC236}">
                <a16:creationId xmlns="" xmlns:a16="http://schemas.microsoft.com/office/drawing/2014/main" id="{E42E7E32-DE2B-449C-B0B7-54876D8737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8" name="TextBox 7">
            <a:hlinkClick r:id="rId5"/>
            <a:extLst>
              <a:ext uri="{FF2B5EF4-FFF2-40B4-BE49-F238E27FC236}">
                <a16:creationId xmlns="" xmlns:a16="http://schemas.microsoft.com/office/drawing/2014/main" id="{D904C983-8729-436A-B464-93C66665AC68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171842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3">
            <a:hlinkClick r:id="rId2"/>
            <a:extLst>
              <a:ext uri="{FF2B5EF4-FFF2-40B4-BE49-F238E27FC236}">
                <a16:creationId xmlns="" xmlns:a16="http://schemas.microsoft.com/office/drawing/2014/main" id="{E42E7E32-DE2B-449C-B0B7-54876D8737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8" name="TextBox 7">
            <a:hlinkClick r:id="rId5"/>
            <a:extLst>
              <a:ext uri="{FF2B5EF4-FFF2-40B4-BE49-F238E27FC236}">
                <a16:creationId xmlns="" xmlns:a16="http://schemas.microsoft.com/office/drawing/2014/main" id="{D904C983-8729-436A-B464-93C66665AC68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그래픽 1">
            <a:extLst>
              <a:ext uri="{FF2B5EF4-FFF2-40B4-BE49-F238E27FC236}">
                <a16:creationId xmlns="" xmlns:a16="http://schemas.microsoft.com/office/drawing/2014/main" id="{626B00F6-5A1D-4474-8B17-8C564D1A0C21}"/>
              </a:ext>
            </a:extLst>
          </p:cNvPr>
          <p:cNvSpPr/>
          <p:nvPr/>
        </p:nvSpPr>
        <p:spPr>
          <a:xfrm>
            <a:off x="466629" y="470229"/>
            <a:ext cx="11255142" cy="1777128"/>
          </a:xfrm>
          <a:custGeom>
            <a:avLst/>
            <a:gdLst>
              <a:gd name="connsiteX0" fmla="*/ 11253042 w 11255142"/>
              <a:gd name="connsiteY0" fmla="*/ 1778778 h 1777128"/>
              <a:gd name="connsiteX1" fmla="*/ 11253042 w 11255142"/>
              <a:gd name="connsiteY1" fmla="*/ 5399 h 1777128"/>
              <a:gd name="connsiteX2" fmla="*/ 5399 w 11255142"/>
              <a:gd name="connsiteY2" fmla="*/ 5399 h 1777128"/>
              <a:gd name="connsiteX3" fmla="*/ 5399 w 11255142"/>
              <a:gd name="connsiteY3" fmla="*/ 1778778 h 1777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55142" h="1777128">
                <a:moveTo>
                  <a:pt x="11253042" y="1778778"/>
                </a:moveTo>
                <a:lnTo>
                  <a:pt x="11253042" y="5399"/>
                </a:lnTo>
                <a:lnTo>
                  <a:pt x="5399" y="5399"/>
                </a:lnTo>
                <a:lnTo>
                  <a:pt x="5399" y="1778778"/>
                </a:lnTo>
              </a:path>
            </a:pathLst>
          </a:custGeom>
          <a:noFill/>
          <a:ln w="12700" cap="flat">
            <a:solidFill>
              <a:srgbClr val="272525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9" name="그래픽 1">
            <a:extLst>
              <a:ext uri="{FF2B5EF4-FFF2-40B4-BE49-F238E27FC236}">
                <a16:creationId xmlns="" xmlns:a16="http://schemas.microsoft.com/office/drawing/2014/main" id="{9FB97195-462E-4249-B9AA-9110F8D81C05}"/>
              </a:ext>
            </a:extLst>
          </p:cNvPr>
          <p:cNvSpPr/>
          <p:nvPr userDrawn="1"/>
        </p:nvSpPr>
        <p:spPr>
          <a:xfrm flipV="1">
            <a:off x="466629" y="4610644"/>
            <a:ext cx="11255142" cy="1777128"/>
          </a:xfrm>
          <a:custGeom>
            <a:avLst/>
            <a:gdLst>
              <a:gd name="connsiteX0" fmla="*/ 11253042 w 11255142"/>
              <a:gd name="connsiteY0" fmla="*/ 1778778 h 1777128"/>
              <a:gd name="connsiteX1" fmla="*/ 11253042 w 11255142"/>
              <a:gd name="connsiteY1" fmla="*/ 5399 h 1777128"/>
              <a:gd name="connsiteX2" fmla="*/ 5399 w 11255142"/>
              <a:gd name="connsiteY2" fmla="*/ 5399 h 1777128"/>
              <a:gd name="connsiteX3" fmla="*/ 5399 w 11255142"/>
              <a:gd name="connsiteY3" fmla="*/ 1778778 h 1777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55142" h="1777128">
                <a:moveTo>
                  <a:pt x="11253042" y="1778778"/>
                </a:moveTo>
                <a:lnTo>
                  <a:pt x="11253042" y="5399"/>
                </a:lnTo>
                <a:lnTo>
                  <a:pt x="5399" y="5399"/>
                </a:lnTo>
                <a:lnTo>
                  <a:pt x="5399" y="1778778"/>
                </a:lnTo>
              </a:path>
            </a:pathLst>
          </a:custGeom>
          <a:noFill/>
          <a:ln w="12700" cap="flat">
            <a:solidFill>
              <a:srgbClr val="272525"/>
            </a:solidFill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688024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="" xmlns:a16="http://schemas.microsoft.com/office/drawing/2014/main" id="{1D9592FB-67E8-47CF-AFAA-572051F4EBE9}"/>
              </a:ext>
            </a:extLst>
          </p:cNvPr>
          <p:cNvSpPr/>
          <p:nvPr userDrawn="1"/>
        </p:nvSpPr>
        <p:spPr>
          <a:xfrm>
            <a:off x="3878981" y="1035881"/>
            <a:ext cx="7478043" cy="4786238"/>
          </a:xfrm>
          <a:prstGeom prst="rect">
            <a:avLst/>
          </a:prstGeom>
          <a:solidFill>
            <a:srgbClr val="F3F3F3"/>
          </a:solidFill>
          <a:ln>
            <a:solidFill>
              <a:srgbClr val="272525"/>
            </a:solidFill>
          </a:ln>
          <a:effectLst>
            <a:outerShdw dist="88900" dir="2700000" algn="tl" rotWithShape="0">
              <a:srgbClr val="272525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>
              <a:solidFill>
                <a:srgbClr val="272525"/>
              </a:solidFill>
              <a:latin typeface="+mj-lt"/>
            </a:endParaRPr>
          </a:p>
        </p:txBody>
      </p:sp>
      <p:pic>
        <p:nvPicPr>
          <p:cNvPr id="7" name="Graphic 3">
            <a:hlinkClick r:id="rId2"/>
            <a:extLst>
              <a:ext uri="{FF2B5EF4-FFF2-40B4-BE49-F238E27FC236}">
                <a16:creationId xmlns="" xmlns:a16="http://schemas.microsoft.com/office/drawing/2014/main" id="{E42E7E32-DE2B-449C-B0B7-54876D8737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8" name="TextBox 7">
            <a:hlinkClick r:id="rId5"/>
            <a:extLst>
              <a:ext uri="{FF2B5EF4-FFF2-40B4-BE49-F238E27FC236}">
                <a16:creationId xmlns="" xmlns:a16="http://schemas.microsoft.com/office/drawing/2014/main" id="{D904C983-8729-436A-B464-93C66665AC68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그림 개체 틀 4">
            <a:extLst>
              <a:ext uri="{FF2B5EF4-FFF2-40B4-BE49-F238E27FC236}">
                <a16:creationId xmlns="" xmlns:a16="http://schemas.microsoft.com/office/drawing/2014/main" id="{33930886-D1CD-4A47-93D5-6341DB79912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34976" y="1629000"/>
            <a:ext cx="3600000" cy="3600000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  <a:ln w="12700">
            <a:solidFill>
              <a:srgbClr val="272525"/>
            </a:solidFill>
          </a:ln>
          <a:effectLst>
            <a:outerShdw dist="88900" dir="2700000" algn="tl" rotWithShape="0">
              <a:srgbClr val="272525"/>
            </a:outerShdw>
          </a:effectLst>
        </p:spPr>
        <p:txBody>
          <a:bodyPr anchor="b" anchorCtr="1"/>
          <a:lstStyle>
            <a:lvl1pPr>
              <a:defRPr lang="ko-KR" altLang="en-US" sz="1600" dirty="0"/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43838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>
            <a:extLst>
              <a:ext uri="{FF2B5EF4-FFF2-40B4-BE49-F238E27FC236}">
                <a16:creationId xmlns="" xmlns:a16="http://schemas.microsoft.com/office/drawing/2014/main" id="{34B1D0F9-8BD2-4B61-8E03-513B036B3085}"/>
              </a:ext>
            </a:extLst>
          </p:cNvPr>
          <p:cNvCxnSpPr>
            <a:cxnSpLocks/>
          </p:cNvCxnSpPr>
          <p:nvPr userDrawn="1"/>
        </p:nvCxnSpPr>
        <p:spPr>
          <a:xfrm flipV="1">
            <a:off x="960922" y="0"/>
            <a:ext cx="0" cy="6858000"/>
          </a:xfrm>
          <a:prstGeom prst="line">
            <a:avLst/>
          </a:prstGeom>
          <a:noFill/>
          <a:ln>
            <a:solidFill>
              <a:srgbClr val="2725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="" xmlns:a16="http://schemas.microsoft.com/office/drawing/2014/main" id="{B6C22ABA-C2F3-498E-A4FC-1719F82C180D}"/>
              </a:ext>
            </a:extLst>
          </p:cNvPr>
          <p:cNvCxnSpPr>
            <a:cxnSpLocks/>
          </p:cNvCxnSpPr>
          <p:nvPr userDrawn="1"/>
        </p:nvCxnSpPr>
        <p:spPr>
          <a:xfrm flipV="1">
            <a:off x="11231078" y="0"/>
            <a:ext cx="0" cy="6858000"/>
          </a:xfrm>
          <a:prstGeom prst="line">
            <a:avLst/>
          </a:prstGeom>
          <a:noFill/>
          <a:ln>
            <a:solidFill>
              <a:srgbClr val="2725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7" name="Graphic 3">
            <a:hlinkClick r:id="rId2"/>
            <a:extLst>
              <a:ext uri="{FF2B5EF4-FFF2-40B4-BE49-F238E27FC236}">
                <a16:creationId xmlns="" xmlns:a16="http://schemas.microsoft.com/office/drawing/2014/main" id="{E42E7E32-DE2B-449C-B0B7-54876D8737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8" name="TextBox 7">
            <a:hlinkClick r:id="rId5"/>
            <a:extLst>
              <a:ext uri="{FF2B5EF4-FFF2-40B4-BE49-F238E27FC236}">
                <a16:creationId xmlns="" xmlns:a16="http://schemas.microsoft.com/office/drawing/2014/main" id="{D904C983-8729-436A-B464-93C66665AC68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그림 개체 틀 4">
            <a:extLst>
              <a:ext uri="{FF2B5EF4-FFF2-40B4-BE49-F238E27FC236}">
                <a16:creationId xmlns="" xmlns:a16="http://schemas.microsoft.com/office/drawing/2014/main" id="{0E15ECA5-F6AA-4254-9CAE-ADB454E4B8A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2458" y="1487946"/>
            <a:ext cx="2905891" cy="2110107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  <a:ln w="12700">
            <a:solidFill>
              <a:srgbClr val="272525"/>
            </a:solidFill>
          </a:ln>
          <a:effectLst>
            <a:outerShdw dist="88900" dir="2700000" algn="tl" rotWithShape="0">
              <a:srgbClr val="272525"/>
            </a:outerShdw>
          </a:effectLst>
        </p:spPr>
        <p:txBody>
          <a:bodyPr anchor="b" anchorCtr="1"/>
          <a:lstStyle>
            <a:lvl1pPr>
              <a:defRPr lang="ko-KR" altLang="en-US" sz="1600" dirty="0"/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5" name="그림 개체 틀 4">
            <a:extLst>
              <a:ext uri="{FF2B5EF4-FFF2-40B4-BE49-F238E27FC236}">
                <a16:creationId xmlns="" xmlns:a16="http://schemas.microsoft.com/office/drawing/2014/main" id="{623BB7E7-B805-4696-B62B-2C7F0B65409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643054" y="1487946"/>
            <a:ext cx="2905891" cy="2110107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  <a:ln w="12700">
            <a:solidFill>
              <a:srgbClr val="272525"/>
            </a:solidFill>
          </a:ln>
          <a:effectLst>
            <a:outerShdw dist="88900" dir="2700000" algn="tl" rotWithShape="0">
              <a:srgbClr val="272525"/>
            </a:outerShdw>
          </a:effectLst>
        </p:spPr>
        <p:txBody>
          <a:bodyPr anchor="b" anchorCtr="1"/>
          <a:lstStyle>
            <a:lvl1pPr>
              <a:defRPr lang="ko-KR" altLang="en-US" sz="1600" dirty="0"/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6" name="그림 개체 틀 4">
            <a:extLst>
              <a:ext uri="{FF2B5EF4-FFF2-40B4-BE49-F238E27FC236}">
                <a16:creationId xmlns="" xmlns:a16="http://schemas.microsoft.com/office/drawing/2014/main" id="{F770316C-90D5-4406-A953-3AB478227F9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553651" y="1487946"/>
            <a:ext cx="2905891" cy="2110107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  <a:ln w="12700">
            <a:solidFill>
              <a:srgbClr val="272525"/>
            </a:solidFill>
          </a:ln>
          <a:effectLst>
            <a:outerShdw dist="88900" dir="2700000" algn="tl" rotWithShape="0">
              <a:srgbClr val="272525"/>
            </a:outerShdw>
          </a:effectLst>
        </p:spPr>
        <p:txBody>
          <a:bodyPr anchor="b" anchorCtr="1"/>
          <a:lstStyle>
            <a:lvl1pPr>
              <a:defRPr lang="ko-KR" altLang="en-US" sz="1600" dirty="0"/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475559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="" xmlns:a16="http://schemas.microsoft.com/office/drawing/2014/main" id="{0DC4E772-E113-4D29-B8DE-38396107DE30}"/>
              </a:ext>
            </a:extLst>
          </p:cNvPr>
          <p:cNvSpPr/>
          <p:nvPr userDrawn="1"/>
        </p:nvSpPr>
        <p:spPr>
          <a:xfrm>
            <a:off x="1" y="0"/>
            <a:ext cx="6095999" cy="6858000"/>
          </a:xfrm>
          <a:prstGeom prst="rect">
            <a:avLst/>
          </a:prstGeom>
          <a:solidFill>
            <a:srgbClr val="455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>
              <a:solidFill>
                <a:srgbClr val="272525"/>
              </a:solidFill>
              <a:latin typeface="+mj-lt"/>
            </a:endParaRPr>
          </a:p>
        </p:txBody>
      </p:sp>
      <p:pic>
        <p:nvPicPr>
          <p:cNvPr id="7" name="Graphic 3">
            <a:hlinkClick r:id="rId2"/>
            <a:extLst>
              <a:ext uri="{FF2B5EF4-FFF2-40B4-BE49-F238E27FC236}">
                <a16:creationId xmlns="" xmlns:a16="http://schemas.microsoft.com/office/drawing/2014/main" id="{E42E7E32-DE2B-449C-B0B7-54876D8737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8" name="TextBox 7">
            <a:hlinkClick r:id="rId5"/>
            <a:extLst>
              <a:ext uri="{FF2B5EF4-FFF2-40B4-BE49-F238E27FC236}">
                <a16:creationId xmlns="" xmlns:a16="http://schemas.microsoft.com/office/drawing/2014/main" id="{D904C983-8729-436A-B464-93C66665AC68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그림 개체 틀 4">
            <a:extLst>
              <a:ext uri="{FF2B5EF4-FFF2-40B4-BE49-F238E27FC236}">
                <a16:creationId xmlns="" xmlns:a16="http://schemas.microsoft.com/office/drawing/2014/main" id="{FA2F380B-8A17-4341-BF1B-70AD811CC64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283368" y="1222828"/>
            <a:ext cx="3529264" cy="3193144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  <a:ln w="12700">
            <a:solidFill>
              <a:srgbClr val="272525"/>
            </a:solidFill>
          </a:ln>
          <a:effectLst>
            <a:outerShdw dist="88900" dir="2700000" algn="tl" rotWithShape="0">
              <a:srgbClr val="272525"/>
            </a:outerShdw>
          </a:effectLst>
        </p:spPr>
        <p:txBody>
          <a:bodyPr anchor="b" anchorCtr="1"/>
          <a:lstStyle>
            <a:lvl1pPr>
              <a:defRPr lang="ko-KR" altLang="en-US" sz="1600" dirty="0"/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="" xmlns:a16="http://schemas.microsoft.com/office/drawing/2014/main" id="{9B84A12E-7396-4F40-BFEB-0692A6870D08}"/>
              </a:ext>
            </a:extLst>
          </p:cNvPr>
          <p:cNvCxnSpPr/>
          <p:nvPr userDrawn="1"/>
        </p:nvCxnSpPr>
        <p:spPr>
          <a:xfrm>
            <a:off x="6096000" y="0"/>
            <a:ext cx="0" cy="6858000"/>
          </a:xfrm>
          <a:prstGeom prst="line">
            <a:avLst/>
          </a:prstGeom>
          <a:noFill/>
          <a:ln>
            <a:solidFill>
              <a:srgbClr val="2725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직사각형 5">
            <a:extLst>
              <a:ext uri="{FF2B5EF4-FFF2-40B4-BE49-F238E27FC236}">
                <a16:creationId xmlns="" xmlns:a16="http://schemas.microsoft.com/office/drawing/2014/main" id="{C573725C-5DB4-4A1A-A07A-BDA5CA0F2CD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rgbClr val="27252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>
              <a:solidFill>
                <a:srgbClr val="272525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6134024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>
            <a:extLst>
              <a:ext uri="{FF2B5EF4-FFF2-40B4-BE49-F238E27FC236}">
                <a16:creationId xmlns="" xmlns:a16="http://schemas.microsoft.com/office/drawing/2014/main" id="{6278462A-34A9-4024-823F-E7FA21E359A1}"/>
              </a:ext>
            </a:extLst>
          </p:cNvPr>
          <p:cNvCxnSpPr>
            <a:cxnSpLocks/>
          </p:cNvCxnSpPr>
          <p:nvPr userDrawn="1"/>
        </p:nvCxnSpPr>
        <p:spPr>
          <a:xfrm flipV="1">
            <a:off x="6229394" y="0"/>
            <a:ext cx="0" cy="6858000"/>
          </a:xfrm>
          <a:prstGeom prst="line">
            <a:avLst/>
          </a:prstGeom>
          <a:noFill/>
          <a:ln>
            <a:solidFill>
              <a:srgbClr val="2725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="" xmlns:a16="http://schemas.microsoft.com/office/drawing/2014/main" id="{F9B7546D-EC82-4C3C-BE42-EB3570C17CC1}"/>
              </a:ext>
            </a:extLst>
          </p:cNvPr>
          <p:cNvCxnSpPr>
            <a:cxnSpLocks/>
          </p:cNvCxnSpPr>
          <p:nvPr userDrawn="1"/>
        </p:nvCxnSpPr>
        <p:spPr>
          <a:xfrm flipV="1">
            <a:off x="974000" y="0"/>
            <a:ext cx="0" cy="6858000"/>
          </a:xfrm>
          <a:prstGeom prst="line">
            <a:avLst/>
          </a:prstGeom>
          <a:noFill/>
          <a:ln>
            <a:solidFill>
              <a:srgbClr val="2725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7" name="Graphic 3">
            <a:hlinkClick r:id="rId2"/>
            <a:extLst>
              <a:ext uri="{FF2B5EF4-FFF2-40B4-BE49-F238E27FC236}">
                <a16:creationId xmlns="" xmlns:a16="http://schemas.microsoft.com/office/drawing/2014/main" id="{E42E7E32-DE2B-449C-B0B7-54876D8737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8" name="TextBox 7">
            <a:hlinkClick r:id="rId5"/>
            <a:extLst>
              <a:ext uri="{FF2B5EF4-FFF2-40B4-BE49-F238E27FC236}">
                <a16:creationId xmlns="" xmlns:a16="http://schemas.microsoft.com/office/drawing/2014/main" id="{D904C983-8729-436A-B464-93C66665AC68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그림 개체 틀 4">
            <a:extLst>
              <a:ext uri="{FF2B5EF4-FFF2-40B4-BE49-F238E27FC236}">
                <a16:creationId xmlns="" xmlns:a16="http://schemas.microsoft.com/office/drawing/2014/main" id="{D4F37CF4-6555-4402-997A-191F1127BEFF}"/>
              </a:ext>
            </a:extLst>
          </p:cNvPr>
          <p:cNvSpPr>
            <a:spLocks noGrp="1"/>
          </p:cNvSpPr>
          <p:nvPr userDrawn="1">
            <p:ph type="pic" sz="quarter" idx="13" hasCustomPrompt="1"/>
          </p:nvPr>
        </p:nvSpPr>
        <p:spPr>
          <a:xfrm>
            <a:off x="873578" y="2615989"/>
            <a:ext cx="2471739" cy="3808874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  <a:ln w="12700">
            <a:solidFill>
              <a:srgbClr val="272525"/>
            </a:solidFill>
          </a:ln>
          <a:effectLst>
            <a:outerShdw dist="88900" dir="2700000" algn="tl" rotWithShape="0">
              <a:srgbClr val="272525"/>
            </a:outerShdw>
          </a:effectLst>
        </p:spPr>
        <p:txBody>
          <a:bodyPr anchor="b" anchorCtr="1"/>
          <a:lstStyle>
            <a:lvl1pPr>
              <a:defRPr lang="ko-KR" altLang="en-US" sz="1600" dirty="0"/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5" name="그림 개체 틀 4">
            <a:extLst>
              <a:ext uri="{FF2B5EF4-FFF2-40B4-BE49-F238E27FC236}">
                <a16:creationId xmlns="" xmlns:a16="http://schemas.microsoft.com/office/drawing/2014/main" id="{01062CAC-83FD-481D-9886-5A8695C95B26}"/>
              </a:ext>
            </a:extLst>
          </p:cNvPr>
          <p:cNvSpPr>
            <a:spLocks noGrp="1"/>
          </p:cNvSpPr>
          <p:nvPr userDrawn="1">
            <p:ph type="pic" sz="quarter" idx="14" hasCustomPrompt="1"/>
          </p:nvPr>
        </p:nvSpPr>
        <p:spPr>
          <a:xfrm>
            <a:off x="3858078" y="433137"/>
            <a:ext cx="2471739" cy="3808874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  <a:ln w="12700">
            <a:solidFill>
              <a:srgbClr val="272525"/>
            </a:solidFill>
          </a:ln>
          <a:effectLst>
            <a:outerShdw dist="88900" dir="2700000" algn="tl" rotWithShape="0">
              <a:srgbClr val="272525"/>
            </a:outerShdw>
          </a:effectLst>
        </p:spPr>
        <p:txBody>
          <a:bodyPr anchor="b" anchorCtr="1"/>
          <a:lstStyle>
            <a:lvl1pPr>
              <a:defRPr lang="ko-KR" altLang="en-US" sz="1600" dirty="0"/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410299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="" xmlns:a16="http://schemas.microsoft.com/office/drawing/2014/main" id="{7A57F20B-2F7E-433D-B103-791291ABB1D3}"/>
              </a:ext>
            </a:extLst>
          </p:cNvPr>
          <p:cNvSpPr/>
          <p:nvPr userDrawn="1"/>
        </p:nvSpPr>
        <p:spPr>
          <a:xfrm>
            <a:off x="539400" y="540000"/>
            <a:ext cx="11113200" cy="5778000"/>
          </a:xfrm>
          <a:prstGeom prst="rect">
            <a:avLst/>
          </a:prstGeom>
          <a:noFill/>
          <a:ln>
            <a:solidFill>
              <a:srgbClr val="2725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+mj-lt"/>
            </a:endParaRPr>
          </a:p>
        </p:txBody>
      </p:sp>
      <p:pic>
        <p:nvPicPr>
          <p:cNvPr id="7" name="Graphic 3">
            <a:hlinkClick r:id="rId2"/>
            <a:extLst>
              <a:ext uri="{FF2B5EF4-FFF2-40B4-BE49-F238E27FC236}">
                <a16:creationId xmlns="" xmlns:a16="http://schemas.microsoft.com/office/drawing/2014/main" id="{E42E7E32-DE2B-449C-B0B7-54876D8737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8" name="TextBox 7">
            <a:hlinkClick r:id="rId5"/>
            <a:extLst>
              <a:ext uri="{FF2B5EF4-FFF2-40B4-BE49-F238E27FC236}">
                <a16:creationId xmlns="" xmlns:a16="http://schemas.microsoft.com/office/drawing/2014/main" id="{D904C983-8729-436A-B464-93C66665AC68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그림 개체 틀 17">
            <a:extLst>
              <a:ext uri="{FF2B5EF4-FFF2-40B4-BE49-F238E27FC236}">
                <a16:creationId xmlns="" xmlns:a16="http://schemas.microsoft.com/office/drawing/2014/main" id="{89F6F519-9D7B-4850-B4D9-B2AD7A2C7E8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174738" y="1554867"/>
            <a:ext cx="3826762" cy="3826758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  <a:ln w="12700">
            <a:solidFill>
              <a:srgbClr val="272525"/>
            </a:solidFill>
          </a:ln>
          <a:effectLst>
            <a:outerShdw dist="88900" dir="2700000" algn="tl" rotWithShape="0">
              <a:srgbClr val="272525"/>
            </a:outerShdw>
          </a:effectLst>
        </p:spPr>
        <p:txBody>
          <a:bodyPr anchor="b" anchorCtr="1"/>
          <a:lstStyle>
            <a:lvl1pPr>
              <a:defRPr lang="ko-KR" altLang="en-US" sz="1600" dirty="0"/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5" name="그림 개체 틀 17">
            <a:extLst>
              <a:ext uri="{FF2B5EF4-FFF2-40B4-BE49-F238E27FC236}">
                <a16:creationId xmlns="" xmlns:a16="http://schemas.microsoft.com/office/drawing/2014/main" id="{FE4B3C98-FEAB-4992-91FF-74B5574C695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176269" y="1554867"/>
            <a:ext cx="3826762" cy="3826758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  <a:ln w="12700">
            <a:solidFill>
              <a:srgbClr val="272525"/>
            </a:solidFill>
          </a:ln>
          <a:effectLst>
            <a:outerShdw dist="88900" dir="2700000" algn="tl" rotWithShape="0">
              <a:srgbClr val="272525"/>
            </a:outerShdw>
          </a:effectLst>
        </p:spPr>
        <p:txBody>
          <a:bodyPr anchor="b" anchorCtr="1"/>
          <a:lstStyle>
            <a:lvl1pPr>
              <a:defRPr lang="ko-KR" altLang="en-US" sz="1600" dirty="0"/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954023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PPTMON slide">
    <p:bg>
      <p:bgPr>
        <a:solidFill>
          <a:srgbClr val="455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="" xmlns:a16="http://schemas.microsoft.com/office/drawing/2014/main" id="{B8CDBD0A-F981-4886-B60E-7E03799471A1}"/>
              </a:ext>
            </a:extLst>
          </p:cNvPr>
          <p:cNvSpPr/>
          <p:nvPr userDrawn="1"/>
        </p:nvSpPr>
        <p:spPr>
          <a:xfrm>
            <a:off x="6246630" y="1155123"/>
            <a:ext cx="4842241" cy="1976210"/>
          </a:xfrm>
          <a:prstGeom prst="rect">
            <a:avLst/>
          </a:prstGeom>
          <a:solidFill>
            <a:srgbClr val="455FFF"/>
          </a:solidFill>
          <a:ln>
            <a:solidFill>
              <a:srgbClr val="F3F3F3"/>
            </a:solidFill>
          </a:ln>
          <a:effectLst>
            <a:outerShdw dist="88900" dir="2700000" algn="tl" rotWithShape="0">
              <a:srgbClr val="F3F3F3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2400" dirty="0">
              <a:solidFill>
                <a:srgbClr val="272525"/>
              </a:solidFill>
              <a:latin typeface="+mj-lt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79911560-95F9-4DC2-885D-8AA10D822F36}"/>
              </a:ext>
            </a:extLst>
          </p:cNvPr>
          <p:cNvSpPr/>
          <p:nvPr userDrawn="1"/>
        </p:nvSpPr>
        <p:spPr>
          <a:xfrm>
            <a:off x="1103130" y="3726667"/>
            <a:ext cx="4842241" cy="1976210"/>
          </a:xfrm>
          <a:prstGeom prst="rect">
            <a:avLst/>
          </a:prstGeom>
          <a:solidFill>
            <a:srgbClr val="455FFF"/>
          </a:solidFill>
          <a:ln>
            <a:solidFill>
              <a:srgbClr val="F3F3F3"/>
            </a:solidFill>
          </a:ln>
          <a:effectLst>
            <a:outerShdw dist="88900" dir="2700000" algn="tl" rotWithShape="0">
              <a:srgbClr val="F3F3F3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2400" dirty="0">
              <a:solidFill>
                <a:srgbClr val="272525"/>
              </a:solidFill>
              <a:latin typeface="+mj-lt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="" xmlns:a16="http://schemas.microsoft.com/office/drawing/2014/main" id="{AB3F7989-FAA0-4F44-95C1-C87121FA0CB0}"/>
              </a:ext>
            </a:extLst>
          </p:cNvPr>
          <p:cNvSpPr/>
          <p:nvPr userDrawn="1"/>
        </p:nvSpPr>
        <p:spPr>
          <a:xfrm>
            <a:off x="6246630" y="3726667"/>
            <a:ext cx="4842241" cy="1976210"/>
          </a:xfrm>
          <a:prstGeom prst="rect">
            <a:avLst/>
          </a:prstGeom>
          <a:solidFill>
            <a:srgbClr val="455FFF"/>
          </a:solidFill>
          <a:ln>
            <a:solidFill>
              <a:srgbClr val="F3F3F3"/>
            </a:solidFill>
          </a:ln>
          <a:effectLst>
            <a:outerShdw dist="88900" dir="2700000" algn="tl" rotWithShape="0">
              <a:srgbClr val="F3F3F3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2400" dirty="0">
              <a:solidFill>
                <a:srgbClr val="272525"/>
              </a:solidFill>
              <a:latin typeface="+mj-lt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="" xmlns:a16="http://schemas.microsoft.com/office/drawing/2014/main" id="{954FBC6B-44FC-4E8A-BEBD-B3B6DA56FAF8}"/>
              </a:ext>
            </a:extLst>
          </p:cNvPr>
          <p:cNvSpPr/>
          <p:nvPr userDrawn="1"/>
        </p:nvSpPr>
        <p:spPr>
          <a:xfrm>
            <a:off x="1103130" y="1155123"/>
            <a:ext cx="4842241" cy="1976210"/>
          </a:xfrm>
          <a:prstGeom prst="rect">
            <a:avLst/>
          </a:prstGeom>
          <a:solidFill>
            <a:srgbClr val="455FFF"/>
          </a:solidFill>
          <a:ln>
            <a:solidFill>
              <a:srgbClr val="F3F3F3"/>
            </a:solidFill>
          </a:ln>
          <a:effectLst>
            <a:outerShdw dist="88900" dir="2700000" algn="tl" rotWithShape="0">
              <a:srgbClr val="F3F3F3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2400" dirty="0">
              <a:solidFill>
                <a:srgbClr val="272525"/>
              </a:solidFill>
              <a:latin typeface="+mj-lt"/>
            </a:endParaRPr>
          </a:p>
        </p:txBody>
      </p:sp>
      <p:pic>
        <p:nvPicPr>
          <p:cNvPr id="7" name="Graphic 3">
            <a:hlinkClick r:id="rId2"/>
            <a:extLst>
              <a:ext uri="{FF2B5EF4-FFF2-40B4-BE49-F238E27FC236}">
                <a16:creationId xmlns="" xmlns:a16="http://schemas.microsoft.com/office/drawing/2014/main" id="{E42E7E32-DE2B-449C-B0B7-54876D8737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8" name="TextBox 7">
            <a:hlinkClick r:id="rId5"/>
            <a:extLst>
              <a:ext uri="{FF2B5EF4-FFF2-40B4-BE49-F238E27FC236}">
                <a16:creationId xmlns="" xmlns:a16="http://schemas.microsoft.com/office/drawing/2014/main" id="{D904C983-8729-436A-B464-93C66665AC68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그림 개체 틀 17">
            <a:extLst>
              <a:ext uri="{FF2B5EF4-FFF2-40B4-BE49-F238E27FC236}">
                <a16:creationId xmlns="" xmlns:a16="http://schemas.microsoft.com/office/drawing/2014/main" id="{4F82E6B5-1744-4B9E-B516-D6A0EE7201B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135663" y="1187656"/>
            <a:ext cx="1911146" cy="1911144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  <a:ln w="12700">
            <a:noFill/>
          </a:ln>
        </p:spPr>
        <p:txBody>
          <a:bodyPr anchor="b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1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5" name="그림 개체 틀 17">
            <a:extLst>
              <a:ext uri="{FF2B5EF4-FFF2-40B4-BE49-F238E27FC236}">
                <a16:creationId xmlns="" xmlns:a16="http://schemas.microsoft.com/office/drawing/2014/main" id="{7F7518D3-23B4-4BB0-B957-3BC39FAAEB1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135663" y="3759200"/>
            <a:ext cx="1911146" cy="1911144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  <a:ln w="12700">
            <a:noFill/>
          </a:ln>
        </p:spPr>
        <p:txBody>
          <a:bodyPr anchor="b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1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6" name="그림 개체 틀 17">
            <a:extLst>
              <a:ext uri="{FF2B5EF4-FFF2-40B4-BE49-F238E27FC236}">
                <a16:creationId xmlns="" xmlns:a16="http://schemas.microsoft.com/office/drawing/2014/main" id="{2025EB16-3DA9-480D-A28B-E03497FF9BC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79163" y="1187656"/>
            <a:ext cx="1911146" cy="1911144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  <a:ln w="12700">
            <a:noFill/>
          </a:ln>
        </p:spPr>
        <p:txBody>
          <a:bodyPr anchor="b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1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9" name="그림 개체 틀 17">
            <a:extLst>
              <a:ext uri="{FF2B5EF4-FFF2-40B4-BE49-F238E27FC236}">
                <a16:creationId xmlns="" xmlns:a16="http://schemas.microsoft.com/office/drawing/2014/main" id="{16ED1F8D-B333-4A2A-8047-3B6B250C6DF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79163" y="3759200"/>
            <a:ext cx="1911146" cy="1911144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  <a:ln w="12700">
            <a:noFill/>
          </a:ln>
        </p:spPr>
        <p:txBody>
          <a:bodyPr anchor="b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1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cxnSp>
        <p:nvCxnSpPr>
          <p:cNvPr id="14" name="직선 연결선 13">
            <a:extLst>
              <a:ext uri="{FF2B5EF4-FFF2-40B4-BE49-F238E27FC236}">
                <a16:creationId xmlns="" xmlns:a16="http://schemas.microsoft.com/office/drawing/2014/main" id="{F8614C0F-F5E8-4190-8751-55F92115919F}"/>
              </a:ext>
            </a:extLst>
          </p:cNvPr>
          <p:cNvCxnSpPr>
            <a:cxnSpLocks/>
          </p:cNvCxnSpPr>
          <p:nvPr userDrawn="1"/>
        </p:nvCxnSpPr>
        <p:spPr>
          <a:xfrm flipH="1">
            <a:off x="1103130" y="6290734"/>
            <a:ext cx="9985740" cy="0"/>
          </a:xfrm>
          <a:prstGeom prst="line">
            <a:avLst/>
          </a:prstGeom>
          <a:noFill/>
          <a:ln>
            <a:solidFill>
              <a:srgbClr val="F3F3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="" xmlns:a16="http://schemas.microsoft.com/office/drawing/2014/main" id="{00C9533F-BDE8-4163-A2DE-CD71D55C3207}"/>
              </a:ext>
            </a:extLst>
          </p:cNvPr>
          <p:cNvCxnSpPr>
            <a:cxnSpLocks/>
          </p:cNvCxnSpPr>
          <p:nvPr userDrawn="1"/>
        </p:nvCxnSpPr>
        <p:spPr>
          <a:xfrm flipH="1">
            <a:off x="1103130" y="567267"/>
            <a:ext cx="9985740" cy="0"/>
          </a:xfrm>
          <a:prstGeom prst="line">
            <a:avLst/>
          </a:prstGeom>
          <a:noFill/>
          <a:ln>
            <a:solidFill>
              <a:srgbClr val="F3F3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37924485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직사각형 59">
            <a:extLst>
              <a:ext uri="{FF2B5EF4-FFF2-40B4-BE49-F238E27FC236}">
                <a16:creationId xmlns="" xmlns:a16="http://schemas.microsoft.com/office/drawing/2014/main" id="{E904F578-96BA-42E9-A68F-0133305BFA34}"/>
              </a:ext>
            </a:extLst>
          </p:cNvPr>
          <p:cNvSpPr/>
          <p:nvPr userDrawn="1"/>
        </p:nvSpPr>
        <p:spPr>
          <a:xfrm>
            <a:off x="466628" y="470228"/>
            <a:ext cx="11255141" cy="5917543"/>
          </a:xfrm>
          <a:prstGeom prst="rect">
            <a:avLst/>
          </a:prstGeom>
          <a:solidFill>
            <a:srgbClr val="F3F3F3"/>
          </a:solidFill>
          <a:ln>
            <a:solidFill>
              <a:srgbClr val="272525"/>
            </a:solidFill>
          </a:ln>
          <a:effectLst>
            <a:outerShdw dist="63500" dir="2700000" algn="tl" rotWithShape="0">
              <a:srgbClr val="272525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>
              <a:solidFill>
                <a:srgbClr val="272525"/>
              </a:solidFill>
              <a:latin typeface="+mj-lt"/>
            </a:endParaRPr>
          </a:p>
        </p:txBody>
      </p:sp>
      <p:pic>
        <p:nvPicPr>
          <p:cNvPr id="7" name="Graphic 3">
            <a:hlinkClick r:id="rId2"/>
            <a:extLst>
              <a:ext uri="{FF2B5EF4-FFF2-40B4-BE49-F238E27FC236}">
                <a16:creationId xmlns="" xmlns:a16="http://schemas.microsoft.com/office/drawing/2014/main" id="{E42E7E32-DE2B-449C-B0B7-54876D8737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8" name="TextBox 7">
            <a:hlinkClick r:id="rId5"/>
            <a:extLst>
              <a:ext uri="{FF2B5EF4-FFF2-40B4-BE49-F238E27FC236}">
                <a16:creationId xmlns="" xmlns:a16="http://schemas.microsoft.com/office/drawing/2014/main" id="{D904C983-8729-436A-B464-93C66665AC68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그래픽 3">
            <a:extLst>
              <a:ext uri="{FF2B5EF4-FFF2-40B4-BE49-F238E27FC236}">
                <a16:creationId xmlns="" xmlns:a16="http://schemas.microsoft.com/office/drawing/2014/main" id="{C88932A8-0C3D-427B-9782-36155552842B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186" y="1041400"/>
            <a:ext cx="2329128" cy="4775200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="" xmlns:a16="http://schemas.microsoft.com/office/drawing/2014/main" id="{C0F2E29B-86B6-4349-BCAB-8C8D5B3A5A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rcRect t="17819"/>
          <a:stretch/>
        </p:blipFill>
        <p:spPr>
          <a:xfrm>
            <a:off x="3766872" y="0"/>
            <a:ext cx="2329128" cy="3924300"/>
          </a:xfrm>
          <a:prstGeom prst="rect">
            <a:avLst/>
          </a:prstGeom>
        </p:spPr>
      </p:pic>
      <p:pic>
        <p:nvPicPr>
          <p:cNvPr id="6" name="그래픽 5">
            <a:extLst>
              <a:ext uri="{FF2B5EF4-FFF2-40B4-BE49-F238E27FC236}">
                <a16:creationId xmlns="" xmlns:a16="http://schemas.microsoft.com/office/drawing/2014/main" id="{3987FD64-3946-4D55-840A-ACA1E3A490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rcRect b="54312"/>
          <a:stretch/>
        </p:blipFill>
        <p:spPr>
          <a:xfrm>
            <a:off x="3766872" y="4676324"/>
            <a:ext cx="2329128" cy="2181676"/>
          </a:xfrm>
          <a:prstGeom prst="rect">
            <a:avLst/>
          </a:prstGeom>
        </p:spPr>
      </p:pic>
      <p:sp>
        <p:nvSpPr>
          <p:cNvPr id="9" name="그림 개체 틀 4">
            <a:extLst>
              <a:ext uri="{FF2B5EF4-FFF2-40B4-BE49-F238E27FC236}">
                <a16:creationId xmlns="" xmlns:a16="http://schemas.microsoft.com/office/drawing/2014/main" id="{DAFFF9B6-0E17-4B78-A6F2-8640509762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028517" y="1428750"/>
            <a:ext cx="2148521" cy="4038600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6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10" name="그림 개체 틀 4">
            <a:extLst>
              <a:ext uri="{FF2B5EF4-FFF2-40B4-BE49-F238E27FC236}">
                <a16:creationId xmlns="" xmlns:a16="http://schemas.microsoft.com/office/drawing/2014/main" id="{47928A85-4A23-446B-8916-3388F34D13D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45270" y="0"/>
            <a:ext cx="2148521" cy="3574256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6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11" name="그림 개체 틀 4">
            <a:extLst>
              <a:ext uri="{FF2B5EF4-FFF2-40B4-BE49-F238E27FC236}">
                <a16:creationId xmlns="" xmlns:a16="http://schemas.microsoft.com/office/drawing/2014/main" id="{26EB8B03-861B-47A2-BB43-085323DF4B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845270" y="5064918"/>
            <a:ext cx="2148521" cy="1793081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6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561165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>
            <a:extLst>
              <a:ext uri="{FF2B5EF4-FFF2-40B4-BE49-F238E27FC236}">
                <a16:creationId xmlns="" xmlns:a16="http://schemas.microsoft.com/office/drawing/2014/main" id="{A43F08E7-B738-4950-9223-D8358C2BA2B0}"/>
              </a:ext>
            </a:extLst>
          </p:cNvPr>
          <p:cNvCxnSpPr>
            <a:cxnSpLocks/>
          </p:cNvCxnSpPr>
          <p:nvPr userDrawn="1"/>
        </p:nvCxnSpPr>
        <p:spPr>
          <a:xfrm flipV="1">
            <a:off x="2417790" y="0"/>
            <a:ext cx="0" cy="6858000"/>
          </a:xfrm>
          <a:prstGeom prst="line">
            <a:avLst/>
          </a:prstGeom>
          <a:noFill/>
          <a:ln>
            <a:solidFill>
              <a:srgbClr val="2725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7" name="Graphic 3">
            <a:hlinkClick r:id="rId2"/>
            <a:extLst>
              <a:ext uri="{FF2B5EF4-FFF2-40B4-BE49-F238E27FC236}">
                <a16:creationId xmlns="" xmlns:a16="http://schemas.microsoft.com/office/drawing/2014/main" id="{E42E7E32-DE2B-449C-B0B7-54876D8737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8" name="TextBox 7">
            <a:hlinkClick r:id="rId5"/>
            <a:extLst>
              <a:ext uri="{FF2B5EF4-FFF2-40B4-BE49-F238E27FC236}">
                <a16:creationId xmlns="" xmlns:a16="http://schemas.microsoft.com/office/drawing/2014/main" id="{D904C983-8729-436A-B464-93C66665AC68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그림 개체 틀 11">
            <a:extLst>
              <a:ext uri="{FF2B5EF4-FFF2-40B4-BE49-F238E27FC236}">
                <a16:creationId xmlns="" xmlns:a16="http://schemas.microsoft.com/office/drawing/2014/main" id="{F142EAA4-4A30-4CC5-8DAF-1AC3F4EE6E8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048152" y="748842"/>
            <a:ext cx="2422446" cy="5256000"/>
          </a:xfrm>
          <a:prstGeom prst="roundRect">
            <a:avLst>
              <a:gd name="adj" fmla="val 14137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tIns="1152000" anchor="ctr" anchorCtr="1"/>
          <a:lstStyle>
            <a:lvl1pPr marL="228600" marR="0" indent="-22860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809560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="" xmlns:a16="http://schemas.microsoft.com/office/drawing/2014/main" id="{3A5D4205-C95F-4C36-AAB1-CEDF2E81C38B}"/>
              </a:ext>
            </a:extLst>
          </p:cNvPr>
          <p:cNvCxnSpPr>
            <a:cxnSpLocks/>
          </p:cNvCxnSpPr>
          <p:nvPr userDrawn="1"/>
        </p:nvCxnSpPr>
        <p:spPr>
          <a:xfrm flipV="1">
            <a:off x="1638143" y="0"/>
            <a:ext cx="0" cy="6858000"/>
          </a:xfrm>
          <a:prstGeom prst="line">
            <a:avLst/>
          </a:prstGeom>
          <a:noFill/>
          <a:ln>
            <a:solidFill>
              <a:srgbClr val="2725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7" name="Graphic 3">
            <a:hlinkClick r:id="rId2"/>
            <a:extLst>
              <a:ext uri="{FF2B5EF4-FFF2-40B4-BE49-F238E27FC236}">
                <a16:creationId xmlns="" xmlns:a16="http://schemas.microsoft.com/office/drawing/2014/main" id="{E42E7E32-DE2B-449C-B0B7-54876D8737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8" name="TextBox 7">
            <a:hlinkClick r:id="rId5"/>
            <a:extLst>
              <a:ext uri="{FF2B5EF4-FFF2-40B4-BE49-F238E27FC236}">
                <a16:creationId xmlns="" xmlns:a16="http://schemas.microsoft.com/office/drawing/2014/main" id="{D904C983-8729-436A-B464-93C66665AC68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그림 개체 틀 5">
            <a:extLst>
              <a:ext uri="{FF2B5EF4-FFF2-40B4-BE49-F238E27FC236}">
                <a16:creationId xmlns="" xmlns:a16="http://schemas.microsoft.com/office/drawing/2014/main" id="{E2D81052-9461-4C68-8021-15B552F7E26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88257" y="715953"/>
            <a:ext cx="3997870" cy="5332422"/>
          </a:xfrm>
          <a:prstGeom prst="roundRect">
            <a:avLst>
              <a:gd name="adj" fmla="val 1370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tIns="1152000" anchor="ctr" anchorCtr="1"/>
          <a:lstStyle>
            <a:lvl1pPr>
              <a:defRPr lang="ko-KR" altLang="en-US" sz="1600" dirty="0"/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033781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="" xmlns:a16="http://schemas.microsoft.com/office/drawing/2014/main" id="{C7111033-0BBD-490E-96DD-5A944B1A4C14}"/>
              </a:ext>
            </a:extLst>
          </p:cNvPr>
          <p:cNvCxnSpPr>
            <a:cxnSpLocks/>
          </p:cNvCxnSpPr>
          <p:nvPr userDrawn="1"/>
        </p:nvCxnSpPr>
        <p:spPr>
          <a:xfrm flipV="1">
            <a:off x="1965402" y="0"/>
            <a:ext cx="0" cy="6858000"/>
          </a:xfrm>
          <a:prstGeom prst="line">
            <a:avLst/>
          </a:prstGeom>
          <a:noFill/>
          <a:ln>
            <a:solidFill>
              <a:srgbClr val="2725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7" name="Graphic 3">
            <a:hlinkClick r:id="rId2"/>
            <a:extLst>
              <a:ext uri="{FF2B5EF4-FFF2-40B4-BE49-F238E27FC236}">
                <a16:creationId xmlns="" xmlns:a16="http://schemas.microsoft.com/office/drawing/2014/main" id="{E42E7E32-DE2B-449C-B0B7-54876D8737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8" name="TextBox 7">
            <a:hlinkClick r:id="rId5"/>
            <a:extLst>
              <a:ext uri="{FF2B5EF4-FFF2-40B4-BE49-F238E27FC236}">
                <a16:creationId xmlns="" xmlns:a16="http://schemas.microsoft.com/office/drawing/2014/main" id="{D904C983-8729-436A-B464-93C66665AC68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그림 개체 틀 8">
            <a:extLst>
              <a:ext uri="{FF2B5EF4-FFF2-40B4-BE49-F238E27FC236}">
                <a16:creationId xmlns="" xmlns:a16="http://schemas.microsoft.com/office/drawing/2014/main" id="{971E01A3-328E-4A38-8BE4-0258675A3F1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796206" y="1325444"/>
            <a:ext cx="5209432" cy="3222744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tIns="1152000" anchor="ctr" anchorCtr="1"/>
          <a:lstStyle>
            <a:lvl1pPr>
              <a:defRPr lang="ko-KR" altLang="en-US" sz="1600" dirty="0"/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823455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3">
            <a:hlinkClick r:id="rId2"/>
            <a:extLst>
              <a:ext uri="{FF2B5EF4-FFF2-40B4-BE49-F238E27FC236}">
                <a16:creationId xmlns="" xmlns:a16="http://schemas.microsoft.com/office/drawing/2014/main" id="{5ECE3925-34AB-4EE6-AC7D-2ACCF5DEF5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6" name="TextBox 5">
            <a:hlinkClick r:id="rId5"/>
            <a:extLst>
              <a:ext uri="{FF2B5EF4-FFF2-40B4-BE49-F238E27FC236}">
                <a16:creationId xmlns="" xmlns:a16="http://schemas.microsoft.com/office/drawing/2014/main" id="{DBA14F77-D59F-42B8-9860-5ACACAF463EF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16580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="" xmlns:a16="http://schemas.microsoft.com/office/drawing/2014/main" id="{7F545066-ABB4-4813-9574-DE2A2C8649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7" name="TextBox 6">
            <a:hlinkClick r:id="rId5"/>
            <a:extLst>
              <a:ext uri="{FF2B5EF4-FFF2-40B4-BE49-F238E27FC236}">
                <a16:creationId xmlns="" xmlns:a16="http://schemas.microsoft.com/office/drawing/2014/main" id="{BE75C219-CC90-48AA-A463-EAFD44ECAD8B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27800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ercentages">
  <p:cSld name="Percentages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>
            <a:spLocks noGrp="1"/>
          </p:cNvSpPr>
          <p:nvPr>
            <p:ph type="title"/>
          </p:nvPr>
        </p:nvSpPr>
        <p:spPr>
          <a:xfrm>
            <a:off x="1320633" y="538183"/>
            <a:ext cx="5655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7"/>
          <p:cNvSpPr txBox="1">
            <a:spLocks noGrp="1"/>
          </p:cNvSpPr>
          <p:nvPr>
            <p:ph type="subTitle" idx="1"/>
          </p:nvPr>
        </p:nvSpPr>
        <p:spPr>
          <a:xfrm>
            <a:off x="1219033" y="2829800"/>
            <a:ext cx="2738400" cy="12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125" name="Google Shape;125;p17"/>
          <p:cNvSpPr txBox="1">
            <a:spLocks noGrp="1"/>
          </p:cNvSpPr>
          <p:nvPr>
            <p:ph type="title" idx="2" hasCustomPrompt="1"/>
          </p:nvPr>
        </p:nvSpPr>
        <p:spPr>
          <a:xfrm>
            <a:off x="1736427" y="4478368"/>
            <a:ext cx="17036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26" name="Google Shape;126;p17"/>
          <p:cNvSpPr txBox="1">
            <a:spLocks noGrp="1"/>
          </p:cNvSpPr>
          <p:nvPr>
            <p:ph type="subTitle" idx="3"/>
          </p:nvPr>
        </p:nvSpPr>
        <p:spPr>
          <a:xfrm>
            <a:off x="4726800" y="1610600"/>
            <a:ext cx="2738400" cy="12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127" name="Google Shape;127;p17"/>
          <p:cNvSpPr txBox="1">
            <a:spLocks noGrp="1"/>
          </p:cNvSpPr>
          <p:nvPr>
            <p:ph type="title" idx="4" hasCustomPrompt="1"/>
          </p:nvPr>
        </p:nvSpPr>
        <p:spPr>
          <a:xfrm>
            <a:off x="5244193" y="3259168"/>
            <a:ext cx="17036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28" name="Google Shape;128;p17"/>
          <p:cNvSpPr txBox="1">
            <a:spLocks noGrp="1"/>
          </p:cNvSpPr>
          <p:nvPr>
            <p:ph type="subTitle" idx="5"/>
          </p:nvPr>
        </p:nvSpPr>
        <p:spPr>
          <a:xfrm>
            <a:off x="8234567" y="2118600"/>
            <a:ext cx="2738400" cy="12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129" name="Google Shape;129;p17"/>
          <p:cNvSpPr txBox="1">
            <a:spLocks noGrp="1"/>
          </p:cNvSpPr>
          <p:nvPr>
            <p:ph type="title" idx="6" hasCustomPrompt="1"/>
          </p:nvPr>
        </p:nvSpPr>
        <p:spPr>
          <a:xfrm>
            <a:off x="8751960" y="3767168"/>
            <a:ext cx="17036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9848235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bg>
      <p:bgPr>
        <a:solidFill>
          <a:schemeClr val="accent1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>
            <a:spLocks noGrp="1"/>
          </p:cNvSpPr>
          <p:nvPr>
            <p:ph type="subTitle" idx="1"/>
          </p:nvPr>
        </p:nvSpPr>
        <p:spPr>
          <a:xfrm>
            <a:off x="1320633" y="2039733"/>
            <a:ext cx="5393600" cy="57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b="1">
                <a:latin typeface="Oswald"/>
                <a:ea typeface="Oswald"/>
                <a:cs typeface="Oswald"/>
                <a:sym typeface="Oswa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2"/>
          </p:nvPr>
        </p:nvSpPr>
        <p:spPr>
          <a:xfrm>
            <a:off x="1320633" y="2567300"/>
            <a:ext cx="4035200" cy="32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1320633" y="538183"/>
            <a:ext cx="5655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/>
          <p:nvPr/>
        </p:nvSpPr>
        <p:spPr>
          <a:xfrm>
            <a:off x="9422867" y="-9200"/>
            <a:ext cx="2769200" cy="686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533383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319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687" r:id="rId18"/>
    <p:sldLayoutId id="2147483664" r:id="rId19"/>
    <p:sldLayoutId id="2147483704" r:id="rId20"/>
    <p:sldLayoutId id="2147483705" r:id="rId2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="" xmlns:a16="http://schemas.microsoft.com/office/drawing/2014/main" id="{7BDAC5B6-20CE-447F-8BA1-F2274AC7AE5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="" xmlns:a16="http://schemas.microsoft.com/office/drawing/2014/main" id="{D1D22B31-BF8F-446B-9009-8A251FB177C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094406 w 12192000"/>
              <a:gd name="connsiteY0" fmla="*/ 283966 h 6858000"/>
              <a:gd name="connsiteX1" fmla="*/ 3038833 w 12192000"/>
              <a:gd name="connsiteY1" fmla="*/ 309661 h 6858000"/>
              <a:gd name="connsiteX2" fmla="*/ 3348384 w 12192000"/>
              <a:gd name="connsiteY2" fmla="*/ 406000 h 6858000"/>
              <a:gd name="connsiteX3" fmla="*/ 2864309 w 12192000"/>
              <a:gd name="connsiteY3" fmla="*/ 355295 h 6858000"/>
              <a:gd name="connsiteX4" fmla="*/ 2856039 w 12192000"/>
              <a:gd name="connsiteY4" fmla="*/ 388058 h 6858000"/>
              <a:gd name="connsiteX5" fmla="*/ 3405794 w 12192000"/>
              <a:gd name="connsiteY5" fmla="*/ 512089 h 6858000"/>
              <a:gd name="connsiteX6" fmla="*/ 3356651 w 12192000"/>
              <a:gd name="connsiteY6" fmla="*/ 531204 h 6858000"/>
              <a:gd name="connsiteX7" fmla="*/ 3064552 w 12192000"/>
              <a:gd name="connsiteY7" fmla="*/ 483228 h 6858000"/>
              <a:gd name="connsiteX8" fmla="*/ 3005765 w 12192000"/>
              <a:gd name="connsiteY8" fmla="*/ 495708 h 6858000"/>
              <a:gd name="connsiteX9" fmla="*/ 3034700 w 12192000"/>
              <a:gd name="connsiteY9" fmla="*/ 553823 h 6858000"/>
              <a:gd name="connsiteX10" fmla="*/ 3161459 w 12192000"/>
              <a:gd name="connsiteY10" fmla="*/ 576445 h 6858000"/>
              <a:gd name="connsiteX11" fmla="*/ 3358949 w 12192000"/>
              <a:gd name="connsiteY11" fmla="*/ 712961 h 6858000"/>
              <a:gd name="connsiteX12" fmla="*/ 3059960 w 12192000"/>
              <a:gd name="connsiteY12" fmla="*/ 696576 h 6858000"/>
              <a:gd name="connsiteX13" fmla="*/ 3007143 w 12192000"/>
              <a:gd name="connsiteY13" fmla="*/ 729732 h 6858000"/>
              <a:gd name="connsiteX14" fmla="*/ 2986935 w 12192000"/>
              <a:gd name="connsiteY14" fmla="*/ 772635 h 6858000"/>
              <a:gd name="connsiteX15" fmla="*/ 2871197 w 12192000"/>
              <a:gd name="connsiteY15" fmla="*/ 808127 h 6858000"/>
              <a:gd name="connsiteX16" fmla="*/ 3053071 w 12192000"/>
              <a:gd name="connsiteY16" fmla="*/ 847913 h 6858000"/>
              <a:gd name="connsiteX17" fmla="*/ 2858796 w 12192000"/>
              <a:gd name="connsiteY17" fmla="*/ 847913 h 6858000"/>
              <a:gd name="connsiteX18" fmla="*/ 2635588 w 12192000"/>
              <a:gd name="connsiteY18" fmla="*/ 820611 h 6858000"/>
              <a:gd name="connsiteX19" fmla="*/ 2397683 w 12192000"/>
              <a:gd name="connsiteY19" fmla="*/ 829190 h 6858000"/>
              <a:gd name="connsiteX20" fmla="*/ 1921874 w 12192000"/>
              <a:gd name="connsiteY20" fmla="*/ 778877 h 6858000"/>
              <a:gd name="connsiteX21" fmla="*/ 1695450 w 12192000"/>
              <a:gd name="connsiteY21" fmla="*/ 782386 h 6858000"/>
              <a:gd name="connsiteX22" fmla="*/ 2954324 w 12192000"/>
              <a:gd name="connsiteY22" fmla="*/ 1120940 h 6858000"/>
              <a:gd name="connsiteX23" fmla="*/ 2890028 w 12192000"/>
              <a:gd name="connsiteY23" fmla="*/ 1195435 h 6858000"/>
              <a:gd name="connsiteX24" fmla="*/ 3153652 w 12192000"/>
              <a:gd name="connsiteY24" fmla="*/ 1276563 h 6858000"/>
              <a:gd name="connsiteX25" fmla="*/ 3218410 w 12192000"/>
              <a:gd name="connsiteY25" fmla="*/ 1356911 h 6858000"/>
              <a:gd name="connsiteX26" fmla="*/ 3137118 w 12192000"/>
              <a:gd name="connsiteY26" fmla="*/ 1349891 h 6858000"/>
              <a:gd name="connsiteX27" fmla="*/ 3067309 w 12192000"/>
              <a:gd name="connsiteY27" fmla="*/ 1365102 h 6858000"/>
              <a:gd name="connsiteX28" fmla="*/ 3096243 w 12192000"/>
              <a:gd name="connsiteY28" fmla="*/ 1467292 h 6858000"/>
              <a:gd name="connsiteX29" fmla="*/ 3468716 w 12192000"/>
              <a:gd name="connsiteY29" fmla="*/ 1599125 h 6858000"/>
              <a:gd name="connsiteX30" fmla="*/ 3502241 w 12192000"/>
              <a:gd name="connsiteY30" fmla="*/ 1642029 h 6858000"/>
              <a:gd name="connsiteX31" fmla="*/ 3457692 w 12192000"/>
              <a:gd name="connsiteY31" fmla="*/ 1672453 h 6858000"/>
              <a:gd name="connsiteX32" fmla="*/ 3337362 w 12192000"/>
              <a:gd name="connsiteY32" fmla="*/ 1688053 h 6858000"/>
              <a:gd name="connsiteX33" fmla="*/ 3505915 w 12192000"/>
              <a:gd name="connsiteY33" fmla="*/ 1834318 h 6858000"/>
              <a:gd name="connsiteX34" fmla="*/ 3567458 w 12192000"/>
              <a:gd name="connsiteY34" fmla="*/ 1874880 h 6858000"/>
              <a:gd name="connsiteX35" fmla="*/ 3672634 w 12192000"/>
              <a:gd name="connsiteY35" fmla="*/ 1937678 h 6858000"/>
              <a:gd name="connsiteX36" fmla="*/ 3674470 w 12192000"/>
              <a:gd name="connsiteY36" fmla="*/ 1956789 h 6858000"/>
              <a:gd name="connsiteX37" fmla="*/ 3531176 w 12192000"/>
              <a:gd name="connsiteY37" fmla="*/ 2024266 h 6858000"/>
              <a:gd name="connsiteX38" fmla="*/ 3272604 w 12192000"/>
              <a:gd name="connsiteY38" fmla="*/ 2005933 h 6858000"/>
              <a:gd name="connsiteX39" fmla="*/ 3654720 w 12192000"/>
              <a:gd name="connsiteY39" fmla="*/ 2106564 h 6858000"/>
              <a:gd name="connsiteX40" fmla="*/ 2417892 w 12192000"/>
              <a:gd name="connsiteY40" fmla="*/ 1866690 h 6858000"/>
              <a:gd name="connsiteX41" fmla="*/ 2496888 w 12192000"/>
              <a:gd name="connsiteY41" fmla="*/ 1929487 h 6858000"/>
              <a:gd name="connsiteX42" fmla="*/ 2929526 w 12192000"/>
              <a:gd name="connsiteY42" fmla="*/ 2094862 h 6858000"/>
              <a:gd name="connsiteX43" fmla="*/ 3052152 w 12192000"/>
              <a:gd name="connsiteY43" fmla="*/ 2198613 h 6858000"/>
              <a:gd name="connsiteX44" fmla="*/ 3180748 w 12192000"/>
              <a:gd name="connsiteY44" fmla="*/ 2255948 h 6858000"/>
              <a:gd name="connsiteX45" fmla="*/ 3361244 w 12192000"/>
              <a:gd name="connsiteY45" fmla="*/ 2254777 h 6858000"/>
              <a:gd name="connsiteX46" fmla="*/ 3489382 w 12192000"/>
              <a:gd name="connsiteY46" fmla="*/ 2342926 h 6858000"/>
              <a:gd name="connsiteX47" fmla="*/ 3355733 w 12192000"/>
              <a:gd name="connsiteY47" fmla="*/ 2361649 h 6858000"/>
              <a:gd name="connsiteX48" fmla="*/ 3199121 w 12192000"/>
              <a:gd name="connsiteY48" fmla="*/ 2347216 h 6858000"/>
              <a:gd name="connsiteX49" fmla="*/ 2861091 w 12192000"/>
              <a:gd name="connsiteY49" fmla="*/ 2351896 h 6858000"/>
              <a:gd name="connsiteX50" fmla="*/ 2667278 w 12192000"/>
              <a:gd name="connsiteY50" fmla="*/ 2369058 h 6858000"/>
              <a:gd name="connsiteX51" fmla="*/ 2221781 w 12192000"/>
              <a:gd name="connsiteY51" fmla="*/ 2339805 h 6858000"/>
              <a:gd name="connsiteX52" fmla="*/ 2247961 w 12192000"/>
              <a:gd name="connsiteY52" fmla="*/ 2414693 h 6858000"/>
              <a:gd name="connsiteX53" fmla="*/ 2231425 w 12192000"/>
              <a:gd name="connsiteY53" fmla="*/ 2479828 h 6858000"/>
              <a:gd name="connsiteX54" fmla="*/ 2224996 w 12192000"/>
              <a:gd name="connsiteY54" fmla="*/ 2621414 h 6858000"/>
              <a:gd name="connsiteX55" fmla="*/ 2229131 w 12192000"/>
              <a:gd name="connsiteY55" fmla="*/ 2644426 h 6858000"/>
              <a:gd name="connsiteX56" fmla="*/ 2129466 w 12192000"/>
              <a:gd name="connsiteY56" fmla="*/ 2659247 h 6858000"/>
              <a:gd name="connsiteX57" fmla="*/ 2723312 w 12192000"/>
              <a:gd name="connsiteY57" fmla="*/ 2953726 h 6858000"/>
              <a:gd name="connsiteX58" fmla="*/ 2326496 w 12192000"/>
              <a:gd name="connsiteY58" fmla="*/ 2878838 h 6858000"/>
              <a:gd name="connsiteX59" fmla="*/ 2272759 w 12192000"/>
              <a:gd name="connsiteY59" fmla="*/ 3002480 h 6858000"/>
              <a:gd name="connsiteX60" fmla="*/ 2459226 w 12192000"/>
              <a:gd name="connsiteY60" fmla="*/ 3112471 h 6858000"/>
              <a:gd name="connsiteX61" fmla="*/ 2528117 w 12192000"/>
              <a:gd name="connsiteY61" fmla="*/ 3330111 h 6858000"/>
              <a:gd name="connsiteX62" fmla="*/ 2494590 w 12192000"/>
              <a:gd name="connsiteY62" fmla="*/ 3529029 h 6858000"/>
              <a:gd name="connsiteX63" fmla="*/ 2414677 w 12192000"/>
              <a:gd name="connsiteY63" fmla="*/ 3592215 h 6858000"/>
              <a:gd name="connsiteX64" fmla="*/ 2298940 w 12192000"/>
              <a:gd name="connsiteY64" fmla="*/ 3705716 h 6858000"/>
              <a:gd name="connsiteX65" fmla="*/ 2227294 w 12192000"/>
              <a:gd name="connsiteY65" fmla="*/ 3775921 h 6858000"/>
              <a:gd name="connsiteX66" fmla="*/ 1978366 w 12192000"/>
              <a:gd name="connsiteY66" fmla="*/ 3748620 h 6858000"/>
              <a:gd name="connsiteX67" fmla="*/ 2310421 w 12192000"/>
              <a:gd name="connsiteY67" fmla="*/ 3926868 h 6858000"/>
              <a:gd name="connsiteX68" fmla="*/ 2041285 w 12192000"/>
              <a:gd name="connsiteY68" fmla="*/ 3904635 h 6858000"/>
              <a:gd name="connsiteX69" fmla="*/ 1953565 w 12192000"/>
              <a:gd name="connsiteY69" fmla="*/ 3917116 h 6858000"/>
              <a:gd name="connsiteX70" fmla="*/ 2003623 w 12192000"/>
              <a:gd name="connsiteY70" fmla="*/ 3974842 h 6858000"/>
              <a:gd name="connsiteX71" fmla="*/ 2201114 w 12192000"/>
              <a:gd name="connsiteY71" fmla="*/ 4072742 h 6858000"/>
              <a:gd name="connsiteX72" fmla="*/ 2608032 w 12192000"/>
              <a:gd name="connsiteY72" fmla="*/ 4337967 h 6858000"/>
              <a:gd name="connsiteX73" fmla="*/ 2213973 w 12192000"/>
              <a:gd name="connsiteY73" fmla="*/ 4216277 h 6858000"/>
              <a:gd name="connsiteX74" fmla="*/ 2629158 w 12192000"/>
              <a:gd name="connsiteY74" fmla="*/ 4488911 h 6858000"/>
              <a:gd name="connsiteX75" fmla="*/ 2721471 w 12192000"/>
              <a:gd name="connsiteY75" fmla="*/ 4579399 h 6858000"/>
              <a:gd name="connsiteX76" fmla="*/ 2907939 w 12192000"/>
              <a:gd name="connsiteY76" fmla="*/ 4804062 h 6858000"/>
              <a:gd name="connsiteX77" fmla="*/ 2898753 w 12192000"/>
              <a:gd name="connsiteY77" fmla="*/ 4829414 h 6858000"/>
              <a:gd name="connsiteX78" fmla="*/ 2683352 w 12192000"/>
              <a:gd name="connsiteY78" fmla="*/ 4793141 h 6858000"/>
              <a:gd name="connsiteX79" fmla="*/ 2962594 w 12192000"/>
              <a:gd name="connsiteY79" fmla="*/ 4981920 h 6858000"/>
              <a:gd name="connsiteX80" fmla="*/ 3251019 w 12192000"/>
              <a:gd name="connsiteY80" fmla="*/ 5127012 h 6858000"/>
              <a:gd name="connsiteX81" fmla="*/ 3046180 w 12192000"/>
              <a:gd name="connsiteY81" fmla="*/ 5104781 h 6858000"/>
              <a:gd name="connsiteX82" fmla="*/ 2764646 w 12192000"/>
              <a:gd name="connsiteY82" fmla="*/ 5021703 h 6858000"/>
              <a:gd name="connsiteX83" fmla="*/ 2666820 w 12192000"/>
              <a:gd name="connsiteY83" fmla="*/ 5052905 h 6858000"/>
              <a:gd name="connsiteX84" fmla="*/ 2933657 w 12192000"/>
              <a:gd name="connsiteY84" fmla="*/ 5190198 h 6858000"/>
              <a:gd name="connsiteX85" fmla="*/ 3086598 w 12192000"/>
              <a:gd name="connsiteY85" fmla="*/ 5253776 h 6858000"/>
              <a:gd name="connsiteX86" fmla="*/ 3147680 w 12192000"/>
              <a:gd name="connsiteY86" fmla="*/ 5302531 h 6858000"/>
              <a:gd name="connsiteX87" fmla="*/ 3322204 w 12192000"/>
              <a:gd name="connsiteY87" fmla="*/ 5476487 h 6858000"/>
              <a:gd name="connsiteX88" fmla="*/ 3834758 w 12192000"/>
              <a:gd name="connsiteY88" fmla="*/ 5666434 h 6858000"/>
              <a:gd name="connsiteX89" fmla="*/ 4314240 w 12192000"/>
              <a:gd name="connsiteY89" fmla="*/ 5902409 h 6858000"/>
              <a:gd name="connsiteX90" fmla="*/ 4688552 w 12192000"/>
              <a:gd name="connsiteY90" fmla="*/ 6049453 h 6858000"/>
              <a:gd name="connsiteX91" fmla="*/ 5634660 w 12192000"/>
              <a:gd name="connsiteY91" fmla="*/ 6238620 h 6858000"/>
              <a:gd name="connsiteX92" fmla="*/ 9222980 w 12192000"/>
              <a:gd name="connsiteY92" fmla="*/ 4955397 h 6858000"/>
              <a:gd name="connsiteX93" fmla="*/ 9268448 w 12192000"/>
              <a:gd name="connsiteY93" fmla="*/ 4917173 h 6858000"/>
              <a:gd name="connsiteX94" fmla="*/ 9442512 w 12192000"/>
              <a:gd name="connsiteY94" fmla="*/ 4773251 h 6858000"/>
              <a:gd name="connsiteX95" fmla="*/ 9590400 w 12192000"/>
              <a:gd name="connsiteY95" fmla="*/ 4643756 h 6858000"/>
              <a:gd name="connsiteX96" fmla="*/ 9513242 w 12192000"/>
              <a:gd name="connsiteY96" fmla="*/ 4600073 h 6858000"/>
              <a:gd name="connsiteX97" fmla="*/ 9617498 w 12192000"/>
              <a:gd name="connsiteY97" fmla="*/ 4476430 h 6858000"/>
              <a:gd name="connsiteX98" fmla="*/ 9949094 w 12192000"/>
              <a:gd name="connsiteY98" fmla="*/ 4095364 h 6858000"/>
              <a:gd name="connsiteX99" fmla="*/ 10094686 w 12192000"/>
              <a:gd name="connsiteY99" fmla="*/ 4011507 h 6858000"/>
              <a:gd name="connsiteX100" fmla="*/ 10271967 w 12192000"/>
              <a:gd name="connsiteY100" fmla="*/ 3800497 h 6858000"/>
              <a:gd name="connsiteX101" fmla="*/ 10297226 w 12192000"/>
              <a:gd name="connsiteY101" fmla="*/ 3751742 h 6858000"/>
              <a:gd name="connsiteX102" fmla="*/ 10260943 w 12192000"/>
              <a:gd name="connsiteY102" fmla="*/ 3689723 h 6858000"/>
              <a:gd name="connsiteX103" fmla="*/ 10233847 w 12192000"/>
              <a:gd name="connsiteY103" fmla="*/ 3627319 h 6858000"/>
              <a:gd name="connsiteX104" fmla="*/ 10269209 w 12192000"/>
              <a:gd name="connsiteY104" fmla="*/ 3608986 h 6858000"/>
              <a:gd name="connsiteX105" fmla="*/ 10496550 w 12192000"/>
              <a:gd name="connsiteY105" fmla="*/ 3577393 h 6858000"/>
              <a:gd name="connsiteX106" fmla="*/ 10364738 w 12192000"/>
              <a:gd name="connsiteY106" fmla="*/ 3458823 h 6858000"/>
              <a:gd name="connsiteX107" fmla="*/ 10132346 w 12192000"/>
              <a:gd name="connsiteY107" fmla="*/ 3282137 h 6858000"/>
              <a:gd name="connsiteX108" fmla="*/ 10026712 w 12192000"/>
              <a:gd name="connsiteY108" fmla="*/ 3156543 h 6858000"/>
              <a:gd name="connsiteX109" fmla="*/ 10014312 w 12192000"/>
              <a:gd name="connsiteY109" fmla="*/ 3044213 h 6858000"/>
              <a:gd name="connsiteX110" fmla="*/ 9806718 w 12192000"/>
              <a:gd name="connsiteY110" fmla="*/ 2977907 h 6858000"/>
              <a:gd name="connsiteX111" fmla="*/ 10001912 w 12192000"/>
              <a:gd name="connsiteY111" fmla="*/ 2740374 h 6858000"/>
              <a:gd name="connsiteX112" fmla="*/ 10021662 w 12192000"/>
              <a:gd name="connsiteY112" fmla="*/ 2691231 h 6858000"/>
              <a:gd name="connsiteX113" fmla="*/ 9904546 w 12192000"/>
              <a:gd name="connsiteY113" fmla="*/ 2515322 h 6858000"/>
              <a:gd name="connsiteX114" fmla="*/ 9885256 w 12192000"/>
              <a:gd name="connsiteY114" fmla="*/ 2487240 h 6858000"/>
              <a:gd name="connsiteX115" fmla="*/ 9842085 w 12192000"/>
              <a:gd name="connsiteY115" fmla="*/ 2431074 h 6858000"/>
              <a:gd name="connsiteX116" fmla="*/ 9718078 w 12192000"/>
              <a:gd name="connsiteY116" fmla="*/ 2417424 h 6858000"/>
              <a:gd name="connsiteX117" fmla="*/ 9782378 w 12192000"/>
              <a:gd name="connsiteY117" fmla="*/ 2377641 h 6858000"/>
              <a:gd name="connsiteX118" fmla="*/ 9907302 w 12192000"/>
              <a:gd name="connsiteY118" fmla="*/ 2243078 h 6858000"/>
              <a:gd name="connsiteX119" fmla="*/ 9824171 w 12192000"/>
              <a:gd name="connsiteY119" fmla="*/ 2114365 h 6858000"/>
              <a:gd name="connsiteX120" fmla="*/ 9818662 w 12192000"/>
              <a:gd name="connsiteY120" fmla="*/ 2043377 h 6858000"/>
              <a:gd name="connsiteX121" fmla="*/ 9958740 w 12192000"/>
              <a:gd name="connsiteY121" fmla="*/ 1952499 h 6858000"/>
              <a:gd name="connsiteX122" fmla="*/ 10064374 w 12192000"/>
              <a:gd name="connsiteY122" fmla="*/ 1916615 h 6858000"/>
              <a:gd name="connsiteX123" fmla="*/ 10113055 w 12192000"/>
              <a:gd name="connsiteY123" fmla="*/ 1865131 h 6858000"/>
              <a:gd name="connsiteX124" fmla="*/ 10055646 w 12192000"/>
              <a:gd name="connsiteY124" fmla="*/ 1822227 h 6858000"/>
              <a:gd name="connsiteX125" fmla="*/ 9800748 w 12192000"/>
              <a:gd name="connsiteY125" fmla="*/ 1720036 h 6858000"/>
              <a:gd name="connsiteX126" fmla="*/ 9938071 w 12192000"/>
              <a:gd name="connsiteY126" fmla="*/ 1634617 h 6858000"/>
              <a:gd name="connsiteX127" fmla="*/ 9220224 w 12192000"/>
              <a:gd name="connsiteY127" fmla="*/ 1231709 h 6858000"/>
              <a:gd name="connsiteX128" fmla="*/ 9133419 w 12192000"/>
              <a:gd name="connsiteY128" fmla="*/ 1170083 h 6858000"/>
              <a:gd name="connsiteX129" fmla="*/ 8672768 w 12192000"/>
              <a:gd name="connsiteY129" fmla="*/ 1020699 h 6858000"/>
              <a:gd name="connsiteX130" fmla="*/ 8198797 w 12192000"/>
              <a:gd name="connsiteY130" fmla="*/ 915000 h 6858000"/>
              <a:gd name="connsiteX131" fmla="*/ 8528095 w 12192000"/>
              <a:gd name="connsiteY131" fmla="*/ 691898 h 6858000"/>
              <a:gd name="connsiteX132" fmla="*/ 8025190 w 12192000"/>
              <a:gd name="connsiteY132" fmla="*/ 640021 h 6858000"/>
              <a:gd name="connsiteX133" fmla="*/ 7976047 w 12192000"/>
              <a:gd name="connsiteY133" fmla="*/ 641584 h 6858000"/>
              <a:gd name="connsiteX134" fmla="*/ 6988604 w 12192000"/>
              <a:gd name="connsiteY134" fmla="*/ 607260 h 6858000"/>
              <a:gd name="connsiteX135" fmla="*/ 5573116 w 12192000"/>
              <a:gd name="connsiteY135" fmla="*/ 493368 h 6858000"/>
              <a:gd name="connsiteX136" fmla="*/ 4401503 w 12192000"/>
              <a:gd name="connsiteY136" fmla="*/ 425112 h 6858000"/>
              <a:gd name="connsiteX137" fmla="*/ 3154109 w 12192000"/>
              <a:gd name="connsiteY137" fmla="*/ 292499 h 6858000"/>
              <a:gd name="connsiteX138" fmla="*/ 3094406 w 12192000"/>
              <a:gd name="connsiteY138" fmla="*/ 283966 h 6858000"/>
              <a:gd name="connsiteX139" fmla="*/ 0 w 12192000"/>
              <a:gd name="connsiteY139" fmla="*/ 0 h 6858000"/>
              <a:gd name="connsiteX140" fmla="*/ 12192000 w 12192000"/>
              <a:gd name="connsiteY140" fmla="*/ 0 h 6858000"/>
              <a:gd name="connsiteX141" fmla="*/ 12192000 w 12192000"/>
              <a:gd name="connsiteY141" fmla="*/ 6858000 h 6858000"/>
              <a:gd name="connsiteX142" fmla="*/ 0 w 12192000"/>
              <a:gd name="connsiteY14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</a:cxnLst>
            <a:rect l="l" t="t" r="r" b="b"/>
            <a:pathLst>
              <a:path w="12192000" h="6858000">
                <a:moveTo>
                  <a:pt x="3094406" y="283966"/>
                </a:moveTo>
                <a:cubicBezTo>
                  <a:pt x="3074312" y="283528"/>
                  <a:pt x="3054907" y="288795"/>
                  <a:pt x="3038833" y="309661"/>
                </a:cubicBezTo>
                <a:cubicBezTo>
                  <a:pt x="3124259" y="364657"/>
                  <a:pt x="3233105" y="343983"/>
                  <a:pt x="3348384" y="406000"/>
                </a:cubicBezTo>
                <a:cubicBezTo>
                  <a:pt x="3161001" y="386497"/>
                  <a:pt x="3012653" y="370896"/>
                  <a:pt x="2864309" y="355295"/>
                </a:cubicBezTo>
                <a:cubicBezTo>
                  <a:pt x="2861553" y="366216"/>
                  <a:pt x="2858796" y="377136"/>
                  <a:pt x="2856039" y="388058"/>
                </a:cubicBezTo>
                <a:cubicBezTo>
                  <a:pt x="3045722" y="411070"/>
                  <a:pt x="3221166" y="470356"/>
                  <a:pt x="3405794" y="512089"/>
                </a:cubicBezTo>
                <a:cubicBezTo>
                  <a:pt x="3388799" y="537835"/>
                  <a:pt x="3371808" y="532763"/>
                  <a:pt x="3356651" y="531204"/>
                </a:cubicBezTo>
                <a:cubicBezTo>
                  <a:pt x="3257907" y="521062"/>
                  <a:pt x="3159164" y="510922"/>
                  <a:pt x="3064552" y="483228"/>
                </a:cubicBezTo>
                <a:cubicBezTo>
                  <a:pt x="3043427" y="476987"/>
                  <a:pt x="3017704" y="476987"/>
                  <a:pt x="3005765" y="495708"/>
                </a:cubicBezTo>
                <a:cubicBezTo>
                  <a:pt x="2988771" y="522231"/>
                  <a:pt x="3013113" y="539393"/>
                  <a:pt x="3034700" y="553823"/>
                </a:cubicBezTo>
                <a:cubicBezTo>
                  <a:pt x="3072360" y="578787"/>
                  <a:pt x="3117827" y="571767"/>
                  <a:pt x="3161459" y="576445"/>
                </a:cubicBezTo>
                <a:cubicBezTo>
                  <a:pt x="3277655" y="588537"/>
                  <a:pt x="3333228" y="626370"/>
                  <a:pt x="3358949" y="712961"/>
                </a:cubicBezTo>
                <a:cubicBezTo>
                  <a:pt x="3256987" y="677857"/>
                  <a:pt x="3158703" y="721151"/>
                  <a:pt x="3059960" y="696576"/>
                </a:cubicBezTo>
                <a:cubicBezTo>
                  <a:pt x="3034240" y="690338"/>
                  <a:pt x="2993364" y="699698"/>
                  <a:pt x="3007143" y="729732"/>
                </a:cubicBezTo>
                <a:cubicBezTo>
                  <a:pt x="3020003" y="757814"/>
                  <a:pt x="3062716" y="778096"/>
                  <a:pt x="2986935" y="772635"/>
                </a:cubicBezTo>
                <a:cubicBezTo>
                  <a:pt x="2932740" y="768735"/>
                  <a:pt x="2826647" y="800329"/>
                  <a:pt x="2871197" y="808127"/>
                </a:cubicBezTo>
                <a:cubicBezTo>
                  <a:pt x="2927228" y="817881"/>
                  <a:pt x="2981883" y="831921"/>
                  <a:pt x="3053071" y="847913"/>
                </a:cubicBezTo>
                <a:cubicBezTo>
                  <a:pt x="2974533" y="874043"/>
                  <a:pt x="2918042" y="868584"/>
                  <a:pt x="2858796" y="847913"/>
                </a:cubicBezTo>
                <a:cubicBezTo>
                  <a:pt x="2787150" y="822949"/>
                  <a:pt x="2693916" y="792528"/>
                  <a:pt x="2635588" y="820611"/>
                </a:cubicBezTo>
                <a:cubicBezTo>
                  <a:pt x="2548326" y="862734"/>
                  <a:pt x="2475760" y="836211"/>
                  <a:pt x="2397683" y="829190"/>
                </a:cubicBezTo>
                <a:cubicBezTo>
                  <a:pt x="2238775" y="814759"/>
                  <a:pt x="2081241" y="790576"/>
                  <a:pt x="1921874" y="778877"/>
                </a:cubicBezTo>
                <a:cubicBezTo>
                  <a:pt x="1858036" y="774195"/>
                  <a:pt x="1789143" y="751964"/>
                  <a:pt x="1695450" y="782386"/>
                </a:cubicBezTo>
                <a:cubicBezTo>
                  <a:pt x="2119822" y="938012"/>
                  <a:pt x="2575423" y="928262"/>
                  <a:pt x="2954324" y="1120940"/>
                </a:cubicBezTo>
                <a:cubicBezTo>
                  <a:pt x="2938251" y="1139269"/>
                  <a:pt x="2856502" y="1191535"/>
                  <a:pt x="2890028" y="1195435"/>
                </a:cubicBezTo>
                <a:cubicBezTo>
                  <a:pt x="2984178" y="1206748"/>
                  <a:pt x="3067767" y="1244971"/>
                  <a:pt x="3153652" y="1276563"/>
                </a:cubicBezTo>
                <a:cubicBezTo>
                  <a:pt x="3190855" y="1290216"/>
                  <a:pt x="3235862" y="1308157"/>
                  <a:pt x="3218410" y="1356911"/>
                </a:cubicBezTo>
                <a:cubicBezTo>
                  <a:pt x="3186719" y="1370562"/>
                  <a:pt x="3163296" y="1351451"/>
                  <a:pt x="3137118" y="1349891"/>
                </a:cubicBezTo>
                <a:cubicBezTo>
                  <a:pt x="3110480" y="1348331"/>
                  <a:pt x="3050773" y="1358471"/>
                  <a:pt x="3067309" y="1365102"/>
                </a:cubicBezTo>
                <a:cubicBezTo>
                  <a:pt x="3142629" y="1395136"/>
                  <a:pt x="3007143" y="1467292"/>
                  <a:pt x="3096243" y="1467292"/>
                </a:cubicBezTo>
                <a:cubicBezTo>
                  <a:pt x="3245506" y="1467681"/>
                  <a:pt x="3324961" y="1595613"/>
                  <a:pt x="3468716" y="1599125"/>
                </a:cubicBezTo>
                <a:cubicBezTo>
                  <a:pt x="3491677" y="1599513"/>
                  <a:pt x="3502700" y="1622137"/>
                  <a:pt x="3502241" y="1642029"/>
                </a:cubicBezTo>
                <a:cubicBezTo>
                  <a:pt x="3502241" y="1665822"/>
                  <a:pt x="3481116" y="1670112"/>
                  <a:pt x="3457692" y="1672453"/>
                </a:cubicBezTo>
                <a:cubicBezTo>
                  <a:pt x="3421868" y="1675962"/>
                  <a:pt x="3384667" y="1642029"/>
                  <a:pt x="3337362" y="1688053"/>
                </a:cubicBezTo>
                <a:cubicBezTo>
                  <a:pt x="3422329" y="1714966"/>
                  <a:pt x="3507294" y="1741878"/>
                  <a:pt x="3505915" y="1834318"/>
                </a:cubicBezTo>
                <a:cubicBezTo>
                  <a:pt x="3505457" y="1859279"/>
                  <a:pt x="3540820" y="1868640"/>
                  <a:pt x="3567458" y="1874880"/>
                </a:cubicBezTo>
                <a:cubicBezTo>
                  <a:pt x="3611549" y="1885023"/>
                  <a:pt x="3648750" y="1902965"/>
                  <a:pt x="3672634" y="1937678"/>
                </a:cubicBezTo>
                <a:cubicBezTo>
                  <a:pt x="3672172" y="1944308"/>
                  <a:pt x="3671715" y="1951329"/>
                  <a:pt x="3674470" y="1956789"/>
                </a:cubicBezTo>
                <a:cubicBezTo>
                  <a:pt x="3666664" y="2040646"/>
                  <a:pt x="3602363" y="2038306"/>
                  <a:pt x="3531176" y="2024266"/>
                </a:cubicBezTo>
                <a:cubicBezTo>
                  <a:pt x="3446211" y="2007103"/>
                  <a:pt x="3362164" y="1975900"/>
                  <a:pt x="3272604" y="2005933"/>
                </a:cubicBezTo>
                <a:cubicBezTo>
                  <a:pt x="3398905" y="2046107"/>
                  <a:pt x="3536229" y="2049228"/>
                  <a:pt x="3654720" y="2106564"/>
                </a:cubicBezTo>
                <a:cubicBezTo>
                  <a:pt x="3221166" y="2117095"/>
                  <a:pt x="2838130" y="1936116"/>
                  <a:pt x="2417892" y="1866690"/>
                </a:cubicBezTo>
                <a:cubicBezTo>
                  <a:pt x="2432130" y="1913105"/>
                  <a:pt x="2466114" y="1922465"/>
                  <a:pt x="2496888" y="1929487"/>
                </a:cubicBezTo>
                <a:cubicBezTo>
                  <a:pt x="2652123" y="1964590"/>
                  <a:pt x="2788067" y="2034408"/>
                  <a:pt x="2929526" y="2094862"/>
                </a:cubicBezTo>
                <a:cubicBezTo>
                  <a:pt x="2987851" y="2119825"/>
                  <a:pt x="3030106" y="2144789"/>
                  <a:pt x="3052152" y="2198613"/>
                </a:cubicBezTo>
                <a:cubicBezTo>
                  <a:pt x="3071903" y="2247367"/>
                  <a:pt x="3110021" y="2269990"/>
                  <a:pt x="3180748" y="2255948"/>
                </a:cubicBezTo>
                <a:cubicBezTo>
                  <a:pt x="3238157" y="2244246"/>
                  <a:pt x="3301078" y="2250487"/>
                  <a:pt x="3361244" y="2254777"/>
                </a:cubicBezTo>
                <a:cubicBezTo>
                  <a:pt x="3430596" y="2259459"/>
                  <a:pt x="3508213" y="2314455"/>
                  <a:pt x="3489382" y="2342926"/>
                </a:cubicBezTo>
                <a:cubicBezTo>
                  <a:pt x="3457233" y="2391292"/>
                  <a:pt x="3403498" y="2367110"/>
                  <a:pt x="3355733" y="2361649"/>
                </a:cubicBezTo>
                <a:cubicBezTo>
                  <a:pt x="3301537" y="2355018"/>
                  <a:pt x="3200957" y="2341367"/>
                  <a:pt x="3199121" y="2347216"/>
                </a:cubicBezTo>
                <a:cubicBezTo>
                  <a:pt x="3163754" y="2468518"/>
                  <a:pt x="2914827" y="2362819"/>
                  <a:pt x="2861091" y="2351896"/>
                </a:cubicBezTo>
                <a:cubicBezTo>
                  <a:pt x="2794038" y="2338245"/>
                  <a:pt x="2731116" y="2363208"/>
                  <a:pt x="2667278" y="2369058"/>
                </a:cubicBezTo>
                <a:cubicBezTo>
                  <a:pt x="2610328" y="2374518"/>
                  <a:pt x="2288376" y="2391292"/>
                  <a:pt x="2221781" y="2339805"/>
                </a:cubicBezTo>
                <a:cubicBezTo>
                  <a:pt x="2212595" y="2379978"/>
                  <a:pt x="2231884" y="2396361"/>
                  <a:pt x="2247961" y="2414693"/>
                </a:cubicBezTo>
                <a:cubicBezTo>
                  <a:pt x="2270465" y="2440824"/>
                  <a:pt x="2274138" y="2459157"/>
                  <a:pt x="2231425" y="2479828"/>
                </a:cubicBezTo>
                <a:cubicBezTo>
                  <a:pt x="2109717" y="2539115"/>
                  <a:pt x="2111557" y="2541065"/>
                  <a:pt x="2224996" y="2621414"/>
                </a:cubicBezTo>
                <a:cubicBezTo>
                  <a:pt x="2230509" y="2624923"/>
                  <a:pt x="2228211" y="2636624"/>
                  <a:pt x="2229131" y="2644426"/>
                </a:cubicBezTo>
                <a:cubicBezTo>
                  <a:pt x="2199276" y="2656906"/>
                  <a:pt x="2164373" y="2625703"/>
                  <a:pt x="2129466" y="2659247"/>
                </a:cubicBezTo>
                <a:cubicBezTo>
                  <a:pt x="2281487" y="2806680"/>
                  <a:pt x="2513421" y="2842953"/>
                  <a:pt x="2723312" y="2953726"/>
                </a:cubicBezTo>
                <a:cubicBezTo>
                  <a:pt x="2553377" y="2990389"/>
                  <a:pt x="2451419" y="2862456"/>
                  <a:pt x="2326496" y="2878838"/>
                </a:cubicBezTo>
                <a:cubicBezTo>
                  <a:pt x="2264036" y="2919012"/>
                  <a:pt x="2449582" y="2983367"/>
                  <a:pt x="2272759" y="3002480"/>
                </a:cubicBezTo>
                <a:cubicBezTo>
                  <a:pt x="2349461" y="3037583"/>
                  <a:pt x="2406411" y="3071905"/>
                  <a:pt x="2459226" y="3112471"/>
                </a:cubicBezTo>
                <a:cubicBezTo>
                  <a:pt x="2553377" y="3185016"/>
                  <a:pt x="2571749" y="3232602"/>
                  <a:pt x="2528117" y="3330111"/>
                </a:cubicBezTo>
                <a:cubicBezTo>
                  <a:pt x="2499642" y="3394076"/>
                  <a:pt x="2457848" y="3452973"/>
                  <a:pt x="2494590" y="3529029"/>
                </a:cubicBezTo>
                <a:cubicBezTo>
                  <a:pt x="2520308" y="3581294"/>
                  <a:pt x="2510206" y="3615617"/>
                  <a:pt x="2414677" y="3592215"/>
                </a:cubicBezTo>
                <a:cubicBezTo>
                  <a:pt x="2311799" y="3567251"/>
                  <a:pt x="2273221" y="3614057"/>
                  <a:pt x="2298940" y="3705716"/>
                </a:cubicBezTo>
                <a:cubicBezTo>
                  <a:pt x="2315473" y="3764612"/>
                  <a:pt x="2298020" y="3782553"/>
                  <a:pt x="2227294" y="3775921"/>
                </a:cubicBezTo>
                <a:cubicBezTo>
                  <a:pt x="2149215" y="3768512"/>
                  <a:pt x="2074811" y="3729898"/>
                  <a:pt x="1978366" y="3748620"/>
                </a:cubicBezTo>
                <a:cubicBezTo>
                  <a:pt x="2055522" y="3855492"/>
                  <a:pt x="2220403" y="3825068"/>
                  <a:pt x="2310421" y="3926868"/>
                </a:cubicBezTo>
                <a:cubicBezTo>
                  <a:pt x="2202950" y="3927259"/>
                  <a:pt x="2120739" y="3926868"/>
                  <a:pt x="2041285" y="3904635"/>
                </a:cubicBezTo>
                <a:cubicBezTo>
                  <a:pt x="2008216" y="3895664"/>
                  <a:pt x="1971934" y="3886305"/>
                  <a:pt x="1953565" y="3917116"/>
                </a:cubicBezTo>
                <a:cubicBezTo>
                  <a:pt x="1931978" y="3954170"/>
                  <a:pt x="1976527" y="3968211"/>
                  <a:pt x="2003623" y="3974842"/>
                </a:cubicBezTo>
                <a:cubicBezTo>
                  <a:pt x="2079866" y="3993563"/>
                  <a:pt x="2138192" y="4038028"/>
                  <a:pt x="2201114" y="4072742"/>
                </a:cubicBezTo>
                <a:cubicBezTo>
                  <a:pt x="2339356" y="4148800"/>
                  <a:pt x="2490917" y="4212375"/>
                  <a:pt x="2608032" y="4337967"/>
                </a:cubicBezTo>
                <a:cubicBezTo>
                  <a:pt x="2460606" y="4305983"/>
                  <a:pt x="2350838" y="4231487"/>
                  <a:pt x="2213973" y="4216277"/>
                </a:cubicBezTo>
                <a:cubicBezTo>
                  <a:pt x="2332467" y="4330557"/>
                  <a:pt x="2484945" y="4405834"/>
                  <a:pt x="2629158" y="4488911"/>
                </a:cubicBezTo>
                <a:cubicBezTo>
                  <a:pt x="2670494" y="4512315"/>
                  <a:pt x="2712289" y="4528306"/>
                  <a:pt x="2721471" y="4579399"/>
                </a:cubicBezTo>
                <a:cubicBezTo>
                  <a:pt x="2739385" y="4678470"/>
                  <a:pt x="2793121" y="4760378"/>
                  <a:pt x="2907939" y="4804062"/>
                </a:cubicBezTo>
                <a:cubicBezTo>
                  <a:pt x="2908859" y="4804452"/>
                  <a:pt x="2902428" y="4819274"/>
                  <a:pt x="2898753" y="4829414"/>
                </a:cubicBezTo>
                <a:cubicBezTo>
                  <a:pt x="2828485" y="4832536"/>
                  <a:pt x="2772912" y="4774028"/>
                  <a:pt x="2683352" y="4793141"/>
                </a:cubicBezTo>
                <a:cubicBezTo>
                  <a:pt x="2769239" y="4872708"/>
                  <a:pt x="2840885" y="4944087"/>
                  <a:pt x="2962594" y="4981920"/>
                </a:cubicBezTo>
                <a:cubicBezTo>
                  <a:pt x="3059960" y="5011952"/>
                  <a:pt x="3180289" y="5029503"/>
                  <a:pt x="3251019" y="5127012"/>
                </a:cubicBezTo>
                <a:cubicBezTo>
                  <a:pt x="3168808" y="5146126"/>
                  <a:pt x="3107723" y="5121944"/>
                  <a:pt x="3046180" y="5104781"/>
                </a:cubicBezTo>
                <a:cubicBezTo>
                  <a:pt x="2952030" y="5078258"/>
                  <a:pt x="2858796" y="5048226"/>
                  <a:pt x="2764646" y="5021703"/>
                </a:cubicBezTo>
                <a:cubicBezTo>
                  <a:pt x="2728821" y="5011563"/>
                  <a:pt x="2689782" y="5004540"/>
                  <a:pt x="2666820" y="5052905"/>
                </a:cubicBezTo>
                <a:cubicBezTo>
                  <a:pt x="2786691" y="5063047"/>
                  <a:pt x="2858337" y="5128575"/>
                  <a:pt x="2933657" y="5190198"/>
                </a:cubicBezTo>
                <a:cubicBezTo>
                  <a:pt x="2975911" y="5224912"/>
                  <a:pt x="3010358" y="5271328"/>
                  <a:pt x="3086598" y="5253776"/>
                </a:cubicBezTo>
                <a:cubicBezTo>
                  <a:pt x="3126554" y="5244415"/>
                  <a:pt x="3151814" y="5270547"/>
                  <a:pt x="3147680" y="5302531"/>
                </a:cubicBezTo>
                <a:cubicBezTo>
                  <a:pt x="3132525" y="5415251"/>
                  <a:pt x="3225759" y="5454645"/>
                  <a:pt x="3322204" y="5476487"/>
                </a:cubicBezTo>
                <a:cubicBezTo>
                  <a:pt x="3504998" y="5517440"/>
                  <a:pt x="3657018" y="5613779"/>
                  <a:pt x="3834758" y="5666434"/>
                </a:cubicBezTo>
                <a:cubicBezTo>
                  <a:pt x="4007445" y="5717529"/>
                  <a:pt x="4141095" y="5838830"/>
                  <a:pt x="4314240" y="5902409"/>
                </a:cubicBezTo>
                <a:cubicBezTo>
                  <a:pt x="4439624" y="5948433"/>
                  <a:pt x="4559494" y="6007718"/>
                  <a:pt x="4688552" y="6049453"/>
                </a:cubicBezTo>
                <a:cubicBezTo>
                  <a:pt x="4993968" y="6148131"/>
                  <a:pt x="5305360" y="6227308"/>
                  <a:pt x="5634660" y="6238620"/>
                </a:cubicBezTo>
                <a:cubicBezTo>
                  <a:pt x="5906549" y="6247590"/>
                  <a:pt x="8264931" y="6239010"/>
                  <a:pt x="9222980" y="4955397"/>
                </a:cubicBezTo>
                <a:cubicBezTo>
                  <a:pt x="9241350" y="4949155"/>
                  <a:pt x="9262017" y="4932775"/>
                  <a:pt x="9268448" y="4917173"/>
                </a:cubicBezTo>
                <a:cubicBezTo>
                  <a:pt x="9299220" y="4844235"/>
                  <a:pt x="9374540" y="4812644"/>
                  <a:pt x="9442512" y="4773251"/>
                </a:cubicBezTo>
                <a:cubicBezTo>
                  <a:pt x="9502220" y="4738536"/>
                  <a:pt x="9565600" y="4702263"/>
                  <a:pt x="9590400" y="4643756"/>
                </a:cubicBezTo>
                <a:cubicBezTo>
                  <a:pt x="9623008" y="4565749"/>
                  <a:pt x="9530236" y="4629716"/>
                  <a:pt x="9513242" y="4600073"/>
                </a:cubicBezTo>
                <a:cubicBezTo>
                  <a:pt x="9548605" y="4559509"/>
                  <a:pt x="9603261" y="4522454"/>
                  <a:pt x="9617498" y="4476430"/>
                </a:cubicBezTo>
                <a:cubicBezTo>
                  <a:pt x="9669394" y="4310276"/>
                  <a:pt x="9781460" y="4189364"/>
                  <a:pt x="9949094" y="4095364"/>
                </a:cubicBezTo>
                <a:cubicBezTo>
                  <a:pt x="9997318" y="4068452"/>
                  <a:pt x="10029007" y="4019306"/>
                  <a:pt x="10094686" y="4011507"/>
                </a:cubicBezTo>
                <a:cubicBezTo>
                  <a:pt x="10240735" y="3994345"/>
                  <a:pt x="10194808" y="3860171"/>
                  <a:pt x="10271967" y="3800497"/>
                </a:cubicBezTo>
                <a:cubicBezTo>
                  <a:pt x="10286662" y="3789184"/>
                  <a:pt x="10299980" y="3766953"/>
                  <a:pt x="10297226" y="3751742"/>
                </a:cubicBezTo>
                <a:cubicBezTo>
                  <a:pt x="10293091" y="3729898"/>
                  <a:pt x="10275639" y="3709227"/>
                  <a:pt x="10260943" y="3689723"/>
                </a:cubicBezTo>
                <a:cubicBezTo>
                  <a:pt x="10245786" y="3670222"/>
                  <a:pt x="10222825" y="3653061"/>
                  <a:pt x="10233847" y="3627319"/>
                </a:cubicBezTo>
                <a:cubicBezTo>
                  <a:pt x="10238437" y="3616788"/>
                  <a:pt x="10235225" y="3580125"/>
                  <a:pt x="10269209" y="3608986"/>
                </a:cubicBezTo>
                <a:cubicBezTo>
                  <a:pt x="10362443" y="3688165"/>
                  <a:pt x="10416637" y="3613279"/>
                  <a:pt x="10496550" y="3577393"/>
                </a:cubicBezTo>
                <a:cubicBezTo>
                  <a:pt x="10432253" y="3540340"/>
                  <a:pt x="10374383" y="3514208"/>
                  <a:pt x="10364738" y="3458823"/>
                </a:cubicBezTo>
                <a:cubicBezTo>
                  <a:pt x="10344991" y="3344542"/>
                  <a:pt x="10260485" y="3292277"/>
                  <a:pt x="10132346" y="3282137"/>
                </a:cubicBezTo>
                <a:cubicBezTo>
                  <a:pt x="10179650" y="3171757"/>
                  <a:pt x="10179650" y="3171757"/>
                  <a:pt x="10026712" y="3156543"/>
                </a:cubicBezTo>
                <a:cubicBezTo>
                  <a:pt x="10085499" y="3086337"/>
                  <a:pt x="10085499" y="3068396"/>
                  <a:pt x="10014312" y="3044213"/>
                </a:cubicBezTo>
                <a:cubicBezTo>
                  <a:pt x="9945880" y="3021201"/>
                  <a:pt x="9870100" y="3013401"/>
                  <a:pt x="9806718" y="2977907"/>
                </a:cubicBezTo>
                <a:cubicBezTo>
                  <a:pt x="9865047" y="2888199"/>
                  <a:pt x="9881580" y="2784060"/>
                  <a:pt x="10001912" y="2740374"/>
                </a:cubicBezTo>
                <a:cubicBezTo>
                  <a:pt x="10020741" y="2733743"/>
                  <a:pt x="10033600" y="2706830"/>
                  <a:pt x="10021662" y="2691231"/>
                </a:cubicBezTo>
                <a:cubicBezTo>
                  <a:pt x="9978030" y="2634675"/>
                  <a:pt x="10040492" y="2527414"/>
                  <a:pt x="9904546" y="2515322"/>
                </a:cubicBezTo>
                <a:cubicBezTo>
                  <a:pt x="9887552" y="2514152"/>
                  <a:pt x="9871936" y="2502450"/>
                  <a:pt x="9885256" y="2487240"/>
                </a:cubicBezTo>
                <a:cubicBezTo>
                  <a:pt x="9931184" y="2434196"/>
                  <a:pt x="9875611" y="2437706"/>
                  <a:pt x="9842085" y="2431074"/>
                </a:cubicBezTo>
                <a:cubicBezTo>
                  <a:pt x="9801668" y="2422884"/>
                  <a:pt x="9755740" y="2446287"/>
                  <a:pt x="9718078" y="2417424"/>
                </a:cubicBezTo>
                <a:cubicBezTo>
                  <a:pt x="9726806" y="2386999"/>
                  <a:pt x="9759413" y="2387390"/>
                  <a:pt x="9782378" y="2377641"/>
                </a:cubicBezTo>
                <a:cubicBezTo>
                  <a:pt x="9849430" y="2349558"/>
                  <a:pt x="9904086" y="2316013"/>
                  <a:pt x="9907302" y="2243078"/>
                </a:cubicBezTo>
                <a:cubicBezTo>
                  <a:pt x="9909596" y="2184182"/>
                  <a:pt x="9916946" y="2132305"/>
                  <a:pt x="9824171" y="2114365"/>
                </a:cubicBezTo>
                <a:cubicBezTo>
                  <a:pt x="9785593" y="2106953"/>
                  <a:pt x="9796616" y="2064440"/>
                  <a:pt x="9818662" y="2043377"/>
                </a:cubicBezTo>
                <a:cubicBezTo>
                  <a:pt x="9858160" y="2005933"/>
                  <a:pt x="9890766" y="1956008"/>
                  <a:pt x="9958740" y="1952499"/>
                </a:cubicBezTo>
                <a:cubicBezTo>
                  <a:pt x="10000075" y="1950158"/>
                  <a:pt x="10031764" y="1934556"/>
                  <a:pt x="10064374" y="1916615"/>
                </a:cubicBezTo>
                <a:cubicBezTo>
                  <a:pt x="10087795" y="1903743"/>
                  <a:pt x="10115810" y="1892823"/>
                  <a:pt x="10113055" y="1865131"/>
                </a:cubicBezTo>
                <a:cubicBezTo>
                  <a:pt x="10110302" y="1838607"/>
                  <a:pt x="10083203" y="1827686"/>
                  <a:pt x="10055646" y="1822227"/>
                </a:cubicBezTo>
                <a:cubicBezTo>
                  <a:pt x="9963792" y="1804675"/>
                  <a:pt x="9877448" y="1778933"/>
                  <a:pt x="9800748" y="1720036"/>
                </a:cubicBezTo>
                <a:cubicBezTo>
                  <a:pt x="9851726" y="1688834"/>
                  <a:pt x="9900410" y="1666211"/>
                  <a:pt x="9938071" y="1634617"/>
                </a:cubicBezTo>
                <a:cubicBezTo>
                  <a:pt x="10029007" y="1558172"/>
                  <a:pt x="9258802" y="1317517"/>
                  <a:pt x="9220224" y="1231709"/>
                </a:cubicBezTo>
                <a:cubicBezTo>
                  <a:pt x="9208284" y="1205187"/>
                  <a:pt x="9167410" y="1177883"/>
                  <a:pt x="9133419" y="1170083"/>
                </a:cubicBezTo>
                <a:cubicBezTo>
                  <a:pt x="8974052" y="1133420"/>
                  <a:pt x="8835810" y="1051123"/>
                  <a:pt x="8672768" y="1020699"/>
                </a:cubicBezTo>
                <a:cubicBezTo>
                  <a:pt x="8518912" y="991837"/>
                  <a:pt x="8367350" y="953222"/>
                  <a:pt x="8198797" y="915000"/>
                </a:cubicBezTo>
                <a:cubicBezTo>
                  <a:pt x="8302134" y="819048"/>
                  <a:pt x="8485382" y="830361"/>
                  <a:pt x="8528095" y="691898"/>
                </a:cubicBezTo>
                <a:cubicBezTo>
                  <a:pt x="8361379" y="656013"/>
                  <a:pt x="8185937" y="696968"/>
                  <a:pt x="8025190" y="640021"/>
                </a:cubicBezTo>
                <a:cubicBezTo>
                  <a:pt x="8011411" y="634954"/>
                  <a:pt x="7992579" y="640021"/>
                  <a:pt x="7976047" y="641584"/>
                </a:cubicBezTo>
                <a:cubicBezTo>
                  <a:pt x="7644909" y="672005"/>
                  <a:pt x="7315149" y="645484"/>
                  <a:pt x="6988604" y="607260"/>
                </a:cubicBezTo>
                <a:cubicBezTo>
                  <a:pt x="6518305" y="552656"/>
                  <a:pt x="6046170" y="517941"/>
                  <a:pt x="5573116" y="493368"/>
                </a:cubicBezTo>
                <a:cubicBezTo>
                  <a:pt x="5182272" y="473086"/>
                  <a:pt x="4790511" y="464116"/>
                  <a:pt x="4401503" y="425112"/>
                </a:cubicBezTo>
                <a:cubicBezTo>
                  <a:pt x="3985401" y="383379"/>
                  <a:pt x="3569756" y="336184"/>
                  <a:pt x="3154109" y="292499"/>
                </a:cubicBezTo>
                <a:cubicBezTo>
                  <a:pt x="3135280" y="290549"/>
                  <a:pt x="3114499" y="284406"/>
                  <a:pt x="3094406" y="283966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5" name="Picture Placeholder 9" descr="/Users/raghadalthunayan/Downloads/transparent-communication-icon-job-icon-linkedin-icon-5dbc3bb6a55c47.7741155515726171426773.png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7" r="987"/>
          <a:stretch>
            <a:fillRect/>
          </a:stretch>
        </p:blipFill>
        <p:spPr bwMode="auto">
          <a:xfrm>
            <a:off x="124622" y="1375012"/>
            <a:ext cx="4109065" cy="4107976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995AC67B-36F8-4E15-9C34-8F2271DBB230}"/>
              </a:ext>
            </a:extLst>
          </p:cNvPr>
          <p:cNvSpPr txBox="1"/>
          <p:nvPr/>
        </p:nvSpPr>
        <p:spPr>
          <a:xfrm>
            <a:off x="4233687" y="2444172"/>
            <a:ext cx="547995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dirty="0" smtClean="0">
                <a:solidFill>
                  <a:srgbClr val="272525"/>
                </a:solidFill>
                <a:latin typeface="+mj-lt"/>
                <a:cs typeface="Arial" panose="020B0604020202020204" pitchFamily="34" charset="0"/>
              </a:rPr>
              <a:t>LinkedIn </a:t>
            </a:r>
            <a:r>
              <a:rPr lang="en-US" altLang="ko-KR" sz="6600" dirty="0" smtClean="0">
                <a:solidFill>
                  <a:srgbClr val="272525"/>
                </a:solidFill>
                <a:latin typeface="+mj-lt"/>
                <a:cs typeface="Arial" panose="020B0604020202020204" pitchFamily="34" charset="0"/>
              </a:rPr>
              <a:t>Job </a:t>
            </a:r>
            <a:r>
              <a:rPr lang="en-US" altLang="ko-KR" sz="6600" dirty="0" smtClean="0">
                <a:solidFill>
                  <a:schemeClr val="accent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Posts EDA</a:t>
            </a:r>
            <a:endParaRPr lang="ko-KR" altLang="en-US" sz="6600" dirty="0">
              <a:solidFill>
                <a:schemeClr val="accent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5CC30069-8E1F-4A57-90A4-1E410678D42F}"/>
              </a:ext>
            </a:extLst>
          </p:cNvPr>
          <p:cNvSpPr txBox="1"/>
          <p:nvPr/>
        </p:nvSpPr>
        <p:spPr>
          <a:xfrm>
            <a:off x="8500887" y="5951872"/>
            <a:ext cx="38402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smtClean="0">
                <a:latin typeface="+mj-lt"/>
              </a:rPr>
              <a:t>Raghad Althunayan</a:t>
            </a:r>
            <a:endParaRPr lang="ko-KR" alt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10372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0"/>
          <p:cNvSpPr txBox="1">
            <a:spLocks noGrp="1"/>
          </p:cNvSpPr>
          <p:nvPr>
            <p:ph type="subTitle" idx="1"/>
          </p:nvPr>
        </p:nvSpPr>
        <p:spPr>
          <a:xfrm>
            <a:off x="198078" y="2269067"/>
            <a:ext cx="7100190" cy="221055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LinkedIn is the world's largest online professional </a:t>
            </a:r>
            <a:endParaRPr lang="en-US" sz="2400" dirty="0" smtClean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marL="0" indent="0"/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network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. </a:t>
            </a: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Used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to find the right job or training, </a:t>
            </a:r>
            <a:endParaRPr lang="en-US" sz="2400" dirty="0" smtClean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marL="0" indent="0"/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to connect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and </a:t>
            </a: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strengthen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professional </a:t>
            </a: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relationships,  and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to learn the skills you need </a:t>
            </a: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to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succeed in </a:t>
            </a:r>
            <a:endParaRPr lang="en-US" sz="2400" dirty="0" smtClean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marL="0" indent="0"/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your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career. </a:t>
            </a: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You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can access LinkedIn from different platforms.</a:t>
            </a:r>
            <a:endParaRPr sz="2400" dirty="0">
              <a:latin typeface="+mn-lt"/>
            </a:endParaRPr>
          </a:p>
        </p:txBody>
      </p:sp>
      <p:sp>
        <p:nvSpPr>
          <p:cNvPr id="373" name="Google Shape;373;p40"/>
          <p:cNvSpPr txBox="1">
            <a:spLocks noGrp="1"/>
          </p:cNvSpPr>
          <p:nvPr>
            <p:ph type="title"/>
          </p:nvPr>
        </p:nvSpPr>
        <p:spPr>
          <a:xfrm>
            <a:off x="524431" y="695408"/>
            <a:ext cx="3474782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>
                <a:solidFill>
                  <a:schemeClr val="accent1">
                    <a:lumMod val="50000"/>
                  </a:schemeClr>
                </a:solidFill>
              </a:rPr>
              <a:t>About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LinkedIn</a:t>
            </a:r>
            <a:endParaRPr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6" name="Picture Placeholder 9" descr="/Users/raghadalthunayan/Downloads/transparent-communication-icon-job-icon-linkedin-icon-5dbc3bb6a55c47.7741155515726171426773.png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7" r="987"/>
          <a:stretch>
            <a:fillRect/>
          </a:stretch>
        </p:blipFill>
        <p:spPr bwMode="auto">
          <a:xfrm>
            <a:off x="7710755" y="1198633"/>
            <a:ext cx="4109065" cy="4107976"/>
          </a:xfrm>
          <a:prstGeom prst="rect">
            <a:avLst/>
          </a:prstGeom>
          <a:noFill/>
        </p:spPr>
      </p:pic>
      <p:sp>
        <p:nvSpPr>
          <p:cNvPr id="8" name="Google Shape;511;p46"/>
          <p:cNvSpPr/>
          <p:nvPr/>
        </p:nvSpPr>
        <p:spPr>
          <a:xfrm>
            <a:off x="-2722520" y="1357408"/>
            <a:ext cx="6857200" cy="101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972767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>
            <a:extLst>
              <a:ext uri="{FF2B5EF4-FFF2-40B4-BE49-F238E27FC236}">
                <a16:creationId xmlns="" xmlns:a16="http://schemas.microsoft.com/office/drawing/2014/main" id="{E0DA9311-312B-4AB6-9372-7277D1AE03A2}"/>
              </a:ext>
            </a:extLst>
          </p:cNvPr>
          <p:cNvCxnSpPr>
            <a:cxnSpLocks/>
          </p:cNvCxnSpPr>
          <p:nvPr/>
        </p:nvCxnSpPr>
        <p:spPr>
          <a:xfrm>
            <a:off x="0" y="3429000"/>
            <a:ext cx="12192000" cy="0"/>
          </a:xfrm>
          <a:prstGeom prst="line">
            <a:avLst/>
          </a:prstGeom>
          <a:ln w="12700">
            <a:solidFill>
              <a:srgbClr val="F3F3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D81097B3-7016-4054-A357-7DAB6F9A2FA1}"/>
              </a:ext>
            </a:extLst>
          </p:cNvPr>
          <p:cNvSpPr txBox="1"/>
          <p:nvPr/>
        </p:nvSpPr>
        <p:spPr>
          <a:xfrm>
            <a:off x="1336266" y="4069001"/>
            <a:ext cx="1968499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just">
              <a:lnSpc>
                <a:spcPct val="150000"/>
              </a:lnSpc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algn="ctr"/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Project idea &amp; </a:t>
            </a:r>
            <a:r>
              <a:rPr lang="en-US" sz="1800" dirty="0" smtClean="0">
                <a:solidFill>
                  <a:schemeClr val="accent1">
                    <a:lumMod val="50000"/>
                  </a:schemeClr>
                </a:solidFill>
              </a:rPr>
              <a:t>      opportunity</a:t>
            </a:r>
            <a:endParaRPr lang="en-US" sz="18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44C63BB3-5D16-4161-A331-5A4ED8DCDD1B}"/>
              </a:ext>
            </a:extLst>
          </p:cNvPr>
          <p:cNvSpPr/>
          <p:nvPr/>
        </p:nvSpPr>
        <p:spPr>
          <a:xfrm>
            <a:off x="1454029" y="2617820"/>
            <a:ext cx="19684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0" dirty="0" smtClean="0">
                <a:solidFill>
                  <a:schemeClr val="accent1">
                    <a:lumMod val="75000"/>
                  </a:schemeClr>
                </a:solidFill>
                <a:latin typeface="+mj-lt"/>
              </a:rPr>
              <a:t>01</a:t>
            </a:r>
            <a:endParaRPr lang="en-US" altLang="ko-KR" sz="3200" b="0" dirty="0">
              <a:solidFill>
                <a:schemeClr val="accent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5A58DAA0-8FC4-47BE-9AB2-66E7DDA56293}"/>
              </a:ext>
            </a:extLst>
          </p:cNvPr>
          <p:cNvSpPr txBox="1"/>
          <p:nvPr/>
        </p:nvSpPr>
        <p:spPr>
          <a:xfrm>
            <a:off x="4009577" y="4202264"/>
            <a:ext cx="1968499" cy="458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just">
              <a:lnSpc>
                <a:spcPct val="150000"/>
              </a:lnSpc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algn="ctr"/>
            <a:r>
              <a:rPr lang="en" sz="1800" dirty="0">
                <a:solidFill>
                  <a:schemeClr val="accent1">
                    <a:lumMod val="50000"/>
                  </a:schemeClr>
                </a:solidFill>
              </a:rPr>
              <a:t>Data gathering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5E9D4B6B-721C-4C27-9423-E5EC7FCAD541}"/>
              </a:ext>
            </a:extLst>
          </p:cNvPr>
          <p:cNvSpPr txBox="1"/>
          <p:nvPr/>
        </p:nvSpPr>
        <p:spPr>
          <a:xfrm>
            <a:off x="6682888" y="4098724"/>
            <a:ext cx="1968499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just">
              <a:lnSpc>
                <a:spcPct val="150000"/>
              </a:lnSpc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algn="ctr"/>
            <a:r>
              <a:rPr lang="en" sz="1800" dirty="0">
                <a:solidFill>
                  <a:schemeClr val="accent1">
                    <a:lumMod val="50000"/>
                  </a:schemeClr>
                </a:solidFill>
              </a:rPr>
              <a:t>Data assessing &amp;</a:t>
            </a:r>
            <a:br>
              <a:rPr lang="en" sz="18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" sz="1800" dirty="0">
                <a:solidFill>
                  <a:schemeClr val="accent1">
                    <a:lumMod val="50000"/>
                  </a:schemeClr>
                </a:solidFill>
              </a:rPr>
              <a:t>cleaning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66AECAF7-7FF7-4A6D-8349-C21CA75763C7}"/>
              </a:ext>
            </a:extLst>
          </p:cNvPr>
          <p:cNvSpPr txBox="1"/>
          <p:nvPr/>
        </p:nvSpPr>
        <p:spPr>
          <a:xfrm>
            <a:off x="9177195" y="4136534"/>
            <a:ext cx="19684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just">
              <a:lnSpc>
                <a:spcPct val="150000"/>
              </a:lnSpc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sz="1800" dirty="0" smtClean="0">
                <a:solidFill>
                  <a:schemeClr val="accent1">
                    <a:lumMod val="50000"/>
                  </a:schemeClr>
                </a:solidFill>
              </a:rPr>
              <a:t>Data visualization </a:t>
            </a:r>
            <a:r>
              <a:rPr lang="en-US" sz="1800" dirty="0" smtClean="0">
                <a:solidFill>
                  <a:schemeClr val="accent1">
                    <a:lumMod val="50000"/>
                  </a:schemeClr>
                </a:solidFill>
              </a:rPr>
              <a:t>&amp; in</a:t>
            </a:r>
            <a:r>
              <a:rPr lang="en-US" sz="1800" dirty="0" smtClean="0">
                <a:solidFill>
                  <a:schemeClr val="accent1">
                    <a:lumMod val="50000"/>
                  </a:schemeClr>
                </a:solidFill>
              </a:rPr>
              <a:t>sights</a:t>
            </a:r>
            <a:endParaRPr lang="en-US" sz="1800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="" xmlns:a16="http://schemas.microsoft.com/office/drawing/2014/main" id="{1E504C04-3878-40E9-B5F4-6F31847389E0}"/>
              </a:ext>
            </a:extLst>
          </p:cNvPr>
          <p:cNvCxnSpPr>
            <a:cxnSpLocks/>
          </p:cNvCxnSpPr>
          <p:nvPr/>
        </p:nvCxnSpPr>
        <p:spPr>
          <a:xfrm>
            <a:off x="0" y="401855"/>
            <a:ext cx="12192000" cy="0"/>
          </a:xfrm>
          <a:prstGeom prst="line">
            <a:avLst/>
          </a:prstGeom>
          <a:ln w="12700">
            <a:solidFill>
              <a:srgbClr val="F3F3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="" xmlns:a16="http://schemas.microsoft.com/office/drawing/2014/main" id="{F2C98143-B56B-45DD-B18E-0F5456CECDAF}"/>
              </a:ext>
            </a:extLst>
          </p:cNvPr>
          <p:cNvCxnSpPr>
            <a:cxnSpLocks/>
          </p:cNvCxnSpPr>
          <p:nvPr/>
        </p:nvCxnSpPr>
        <p:spPr>
          <a:xfrm>
            <a:off x="0" y="6456145"/>
            <a:ext cx="12192000" cy="0"/>
          </a:xfrm>
          <a:prstGeom prst="line">
            <a:avLst/>
          </a:prstGeom>
          <a:ln w="12700">
            <a:solidFill>
              <a:srgbClr val="F3F3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722032" y="2679726"/>
            <a:ext cx="5437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dirty="0" smtClean="0">
                <a:solidFill>
                  <a:schemeClr val="accent1">
                    <a:lumMod val="75000"/>
                  </a:schemeClr>
                </a:solidFill>
              </a:rPr>
              <a:t>02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1449" y="2667025"/>
            <a:ext cx="5437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dirty="0" smtClean="0">
                <a:solidFill>
                  <a:schemeClr val="accent1">
                    <a:lumMod val="75000"/>
                  </a:schemeClr>
                </a:solidFill>
              </a:rPr>
              <a:t>03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9617706" y="2709713"/>
            <a:ext cx="5437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dirty="0" smtClean="0">
                <a:solidFill>
                  <a:schemeClr val="accent1">
                    <a:lumMod val="75000"/>
                  </a:schemeClr>
                </a:solidFill>
              </a:rPr>
              <a:t>04</a:t>
            </a:r>
            <a:endParaRPr lang="en-US" sz="2400" dirty="0"/>
          </a:p>
        </p:txBody>
      </p:sp>
      <p:sp>
        <p:nvSpPr>
          <p:cNvPr id="30" name="타원 19">
            <a:extLst>
              <a:ext uri="{FF2B5EF4-FFF2-40B4-BE49-F238E27FC236}">
                <a16:creationId xmlns="" xmlns:a16="http://schemas.microsoft.com/office/drawing/2014/main" id="{3ECAC02A-B9E1-4845-88BF-3EA8708B88E8}"/>
              </a:ext>
            </a:extLst>
          </p:cNvPr>
          <p:cNvSpPr/>
          <p:nvPr/>
        </p:nvSpPr>
        <p:spPr>
          <a:xfrm>
            <a:off x="1976205" y="3101829"/>
            <a:ext cx="809661" cy="86605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 cap="flat">
            <a:solidFill>
              <a:srgbClr val="F3F3F3"/>
            </a:solidFill>
            <a:prstDash val="solid"/>
            <a:miter/>
          </a:ln>
          <a:effectLst>
            <a:outerShdw dist="63500" dir="2700000" algn="tl" rotWithShape="0">
              <a:srgbClr val="F3F3F3"/>
            </a:outerShdw>
          </a:effectLst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34" name="Google Shape;511;p46"/>
          <p:cNvSpPr/>
          <p:nvPr/>
        </p:nvSpPr>
        <p:spPr>
          <a:xfrm>
            <a:off x="-1108085" y="1297862"/>
            <a:ext cx="6857200" cy="101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8" name="Rectangle 7"/>
          <p:cNvSpPr/>
          <p:nvPr/>
        </p:nvSpPr>
        <p:spPr>
          <a:xfrm>
            <a:off x="1389753" y="673527"/>
            <a:ext cx="38300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" sz="28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TABLE OF CONTENTS</a:t>
            </a:r>
            <a:endParaRPr lang="ko-KR" altLang="en-US" sz="28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cs typeface="Arial" panose="020B0604020202020204" pitchFamily="34" charset="0"/>
            </a:endParaRPr>
          </a:p>
        </p:txBody>
      </p:sp>
      <p:grpSp>
        <p:nvGrpSpPr>
          <p:cNvPr id="35" name="그룹 112">
            <a:extLst>
              <a:ext uri="{FF2B5EF4-FFF2-40B4-BE49-F238E27FC236}">
                <a16:creationId xmlns="" xmlns:a16="http://schemas.microsoft.com/office/drawing/2014/main" id="{49B51B07-4EDF-4267-BFE2-6095F687975F}"/>
              </a:ext>
            </a:extLst>
          </p:cNvPr>
          <p:cNvGrpSpPr/>
          <p:nvPr/>
        </p:nvGrpSpPr>
        <p:grpSpPr>
          <a:xfrm>
            <a:off x="2162472" y="3264511"/>
            <a:ext cx="551611" cy="531308"/>
            <a:chOff x="2801293" y="892968"/>
            <a:chExt cx="390525" cy="390525"/>
          </a:xfrm>
          <a:solidFill>
            <a:srgbClr val="F3F3F3"/>
          </a:solidFill>
        </p:grpSpPr>
        <p:sp>
          <p:nvSpPr>
            <p:cNvPr id="36" name="자유형: 도형 113">
              <a:extLst>
                <a:ext uri="{FF2B5EF4-FFF2-40B4-BE49-F238E27FC236}">
                  <a16:creationId xmlns="" xmlns:a16="http://schemas.microsoft.com/office/drawing/2014/main" id="{6A1BE133-D009-488C-B8EF-668EA89A80D9}"/>
                </a:ext>
              </a:extLst>
            </p:cNvPr>
            <p:cNvSpPr/>
            <p:nvPr/>
          </p:nvSpPr>
          <p:spPr>
            <a:xfrm>
              <a:off x="2801293" y="892968"/>
              <a:ext cx="390525" cy="390525"/>
            </a:xfrm>
            <a:custGeom>
              <a:avLst/>
              <a:gdLst>
                <a:gd name="connsiteX0" fmla="*/ 376333 w 390525"/>
                <a:gd name="connsiteY0" fmla="*/ 126397 h 390525"/>
                <a:gd name="connsiteX1" fmla="*/ 329184 w 390525"/>
                <a:gd name="connsiteY1" fmla="*/ 126397 h 390525"/>
                <a:gd name="connsiteX2" fmla="*/ 295751 w 390525"/>
                <a:gd name="connsiteY2" fmla="*/ 159830 h 390525"/>
                <a:gd name="connsiteX3" fmla="*/ 295751 w 390525"/>
                <a:gd name="connsiteY3" fmla="*/ 71819 h 390525"/>
                <a:gd name="connsiteX4" fmla="*/ 286036 w 390525"/>
                <a:gd name="connsiteY4" fmla="*/ 48292 h 390525"/>
                <a:gd name="connsiteX5" fmla="*/ 254603 w 390525"/>
                <a:gd name="connsiteY5" fmla="*/ 16859 h 390525"/>
                <a:gd name="connsiteX6" fmla="*/ 231077 w 390525"/>
                <a:gd name="connsiteY6" fmla="*/ 7144 h 390525"/>
                <a:gd name="connsiteX7" fmla="*/ 40481 w 390525"/>
                <a:gd name="connsiteY7" fmla="*/ 7144 h 390525"/>
                <a:gd name="connsiteX8" fmla="*/ 7144 w 390525"/>
                <a:gd name="connsiteY8" fmla="*/ 40481 h 390525"/>
                <a:gd name="connsiteX9" fmla="*/ 7144 w 390525"/>
                <a:gd name="connsiteY9" fmla="*/ 352806 h 390525"/>
                <a:gd name="connsiteX10" fmla="*/ 40481 w 390525"/>
                <a:gd name="connsiteY10" fmla="*/ 386144 h 390525"/>
                <a:gd name="connsiteX11" fmla="*/ 262509 w 390525"/>
                <a:gd name="connsiteY11" fmla="*/ 386144 h 390525"/>
                <a:gd name="connsiteX12" fmla="*/ 295846 w 390525"/>
                <a:gd name="connsiteY12" fmla="*/ 352806 h 390525"/>
                <a:gd name="connsiteX13" fmla="*/ 295846 w 390525"/>
                <a:gd name="connsiteY13" fmla="*/ 254032 h 390525"/>
                <a:gd name="connsiteX14" fmla="*/ 376333 w 390525"/>
                <a:gd name="connsiteY14" fmla="*/ 173450 h 390525"/>
                <a:gd name="connsiteX15" fmla="*/ 376333 w 390525"/>
                <a:gd name="connsiteY15" fmla="*/ 126397 h 390525"/>
                <a:gd name="connsiteX16" fmla="*/ 229171 w 390525"/>
                <a:gd name="connsiteY16" fmla="*/ 29337 h 390525"/>
                <a:gd name="connsiteX17" fmla="*/ 238887 w 390525"/>
                <a:gd name="connsiteY17" fmla="*/ 32576 h 390525"/>
                <a:gd name="connsiteX18" fmla="*/ 270320 w 390525"/>
                <a:gd name="connsiteY18" fmla="*/ 64008 h 390525"/>
                <a:gd name="connsiteX19" fmla="*/ 273558 w 390525"/>
                <a:gd name="connsiteY19" fmla="*/ 73724 h 390525"/>
                <a:gd name="connsiteX20" fmla="*/ 229171 w 390525"/>
                <a:gd name="connsiteY20" fmla="*/ 73724 h 390525"/>
                <a:gd name="connsiteX21" fmla="*/ 229171 w 390525"/>
                <a:gd name="connsiteY21" fmla="*/ 29337 h 390525"/>
                <a:gd name="connsiteX22" fmla="*/ 273558 w 390525"/>
                <a:gd name="connsiteY22" fmla="*/ 352806 h 390525"/>
                <a:gd name="connsiteX23" fmla="*/ 262414 w 390525"/>
                <a:gd name="connsiteY23" fmla="*/ 363950 h 390525"/>
                <a:gd name="connsiteX24" fmla="*/ 40386 w 390525"/>
                <a:gd name="connsiteY24" fmla="*/ 363950 h 390525"/>
                <a:gd name="connsiteX25" fmla="*/ 29242 w 390525"/>
                <a:gd name="connsiteY25" fmla="*/ 352806 h 390525"/>
                <a:gd name="connsiteX26" fmla="*/ 29242 w 390525"/>
                <a:gd name="connsiteY26" fmla="*/ 40481 h 390525"/>
                <a:gd name="connsiteX27" fmla="*/ 40386 w 390525"/>
                <a:gd name="connsiteY27" fmla="*/ 29337 h 390525"/>
                <a:gd name="connsiteX28" fmla="*/ 206883 w 390525"/>
                <a:gd name="connsiteY28" fmla="*/ 29337 h 390525"/>
                <a:gd name="connsiteX29" fmla="*/ 206883 w 390525"/>
                <a:gd name="connsiteY29" fmla="*/ 84868 h 390525"/>
                <a:gd name="connsiteX30" fmla="*/ 218027 w 390525"/>
                <a:gd name="connsiteY30" fmla="*/ 96012 h 390525"/>
                <a:gd name="connsiteX31" fmla="*/ 273558 w 390525"/>
                <a:gd name="connsiteY31" fmla="*/ 96012 h 390525"/>
                <a:gd name="connsiteX32" fmla="*/ 273558 w 390525"/>
                <a:gd name="connsiteY32" fmla="*/ 182118 h 390525"/>
                <a:gd name="connsiteX33" fmla="*/ 240792 w 390525"/>
                <a:gd name="connsiteY33" fmla="*/ 214884 h 390525"/>
                <a:gd name="connsiteX34" fmla="*/ 225076 w 390525"/>
                <a:gd name="connsiteY34" fmla="*/ 230600 h 390525"/>
                <a:gd name="connsiteX35" fmla="*/ 222409 w 390525"/>
                <a:gd name="connsiteY35" fmla="*/ 234982 h 390525"/>
                <a:gd name="connsiteX36" fmla="*/ 206692 w 390525"/>
                <a:gd name="connsiteY36" fmla="*/ 282035 h 390525"/>
                <a:gd name="connsiteX37" fmla="*/ 209360 w 390525"/>
                <a:gd name="connsiteY37" fmla="*/ 293370 h 390525"/>
                <a:gd name="connsiteX38" fmla="*/ 220694 w 390525"/>
                <a:gd name="connsiteY38" fmla="*/ 296037 h 390525"/>
                <a:gd name="connsiteX39" fmla="*/ 267748 w 390525"/>
                <a:gd name="connsiteY39" fmla="*/ 280321 h 390525"/>
                <a:gd name="connsiteX40" fmla="*/ 272129 w 390525"/>
                <a:gd name="connsiteY40" fmla="*/ 277654 h 390525"/>
                <a:gd name="connsiteX41" fmla="*/ 273463 w 390525"/>
                <a:gd name="connsiteY41" fmla="*/ 276320 h 390525"/>
                <a:gd name="connsiteX42" fmla="*/ 273463 w 390525"/>
                <a:gd name="connsiteY42" fmla="*/ 352806 h 390525"/>
                <a:gd name="connsiteX43" fmla="*/ 273558 w 390525"/>
                <a:gd name="connsiteY43" fmla="*/ 352806 h 390525"/>
                <a:gd name="connsiteX44" fmla="*/ 248317 w 390525"/>
                <a:gd name="connsiteY44" fmla="*/ 238411 h 390525"/>
                <a:gd name="connsiteX45" fmla="*/ 264033 w 390525"/>
                <a:gd name="connsiteY45" fmla="*/ 254127 h 390525"/>
                <a:gd name="connsiteX46" fmla="*/ 258032 w 390525"/>
                <a:gd name="connsiteY46" fmla="*/ 260128 h 390525"/>
                <a:gd name="connsiteX47" fmla="*/ 234506 w 390525"/>
                <a:gd name="connsiteY47" fmla="*/ 267938 h 390525"/>
                <a:gd name="connsiteX48" fmla="*/ 242316 w 390525"/>
                <a:gd name="connsiteY48" fmla="*/ 244412 h 390525"/>
                <a:gd name="connsiteX49" fmla="*/ 248317 w 390525"/>
                <a:gd name="connsiteY49" fmla="*/ 238411 h 390525"/>
                <a:gd name="connsiteX50" fmla="*/ 279749 w 390525"/>
                <a:gd name="connsiteY50" fmla="*/ 238411 h 390525"/>
                <a:gd name="connsiteX51" fmla="*/ 264033 w 390525"/>
                <a:gd name="connsiteY51" fmla="*/ 222694 h 390525"/>
                <a:gd name="connsiteX52" fmla="*/ 317373 w 390525"/>
                <a:gd name="connsiteY52" fmla="*/ 169259 h 390525"/>
                <a:gd name="connsiteX53" fmla="*/ 333089 w 390525"/>
                <a:gd name="connsiteY53" fmla="*/ 184976 h 390525"/>
                <a:gd name="connsiteX54" fmla="*/ 279749 w 390525"/>
                <a:gd name="connsiteY54" fmla="*/ 238411 h 390525"/>
                <a:gd name="connsiteX55" fmla="*/ 360236 w 390525"/>
                <a:gd name="connsiteY55" fmla="*/ 157829 h 390525"/>
                <a:gd name="connsiteX56" fmla="*/ 348806 w 390525"/>
                <a:gd name="connsiteY56" fmla="*/ 169259 h 390525"/>
                <a:gd name="connsiteX57" fmla="*/ 333089 w 390525"/>
                <a:gd name="connsiteY57" fmla="*/ 153543 h 390525"/>
                <a:gd name="connsiteX58" fmla="*/ 344519 w 390525"/>
                <a:gd name="connsiteY58" fmla="*/ 142113 h 390525"/>
                <a:gd name="connsiteX59" fmla="*/ 360236 w 390525"/>
                <a:gd name="connsiteY59" fmla="*/ 142113 h 390525"/>
                <a:gd name="connsiteX60" fmla="*/ 360236 w 390525"/>
                <a:gd name="connsiteY60" fmla="*/ 157829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390525" h="390525">
                  <a:moveTo>
                    <a:pt x="376333" y="126397"/>
                  </a:moveTo>
                  <a:cubicBezTo>
                    <a:pt x="363379" y="113443"/>
                    <a:pt x="342233" y="113443"/>
                    <a:pt x="329184" y="126397"/>
                  </a:cubicBezTo>
                  <a:cubicBezTo>
                    <a:pt x="325184" y="130397"/>
                    <a:pt x="299657" y="155924"/>
                    <a:pt x="295751" y="159830"/>
                  </a:cubicBezTo>
                  <a:lnTo>
                    <a:pt x="295751" y="71819"/>
                  </a:lnTo>
                  <a:cubicBezTo>
                    <a:pt x="295751" y="62960"/>
                    <a:pt x="292322" y="54578"/>
                    <a:pt x="286036" y="48292"/>
                  </a:cubicBezTo>
                  <a:lnTo>
                    <a:pt x="254603" y="16859"/>
                  </a:lnTo>
                  <a:cubicBezTo>
                    <a:pt x="248317" y="10573"/>
                    <a:pt x="240030" y="7144"/>
                    <a:pt x="231077" y="7144"/>
                  </a:cubicBezTo>
                  <a:lnTo>
                    <a:pt x="40481" y="7144"/>
                  </a:lnTo>
                  <a:cubicBezTo>
                    <a:pt x="22098" y="7144"/>
                    <a:pt x="7144" y="22098"/>
                    <a:pt x="7144" y="40481"/>
                  </a:cubicBezTo>
                  <a:lnTo>
                    <a:pt x="7144" y="352806"/>
                  </a:lnTo>
                  <a:cubicBezTo>
                    <a:pt x="7144" y="371189"/>
                    <a:pt x="22098" y="386144"/>
                    <a:pt x="40481" y="386144"/>
                  </a:cubicBezTo>
                  <a:lnTo>
                    <a:pt x="262509" y="386144"/>
                  </a:lnTo>
                  <a:cubicBezTo>
                    <a:pt x="280892" y="386144"/>
                    <a:pt x="295846" y="371189"/>
                    <a:pt x="295846" y="352806"/>
                  </a:cubicBezTo>
                  <a:lnTo>
                    <a:pt x="295846" y="254032"/>
                  </a:lnTo>
                  <a:lnTo>
                    <a:pt x="376333" y="173450"/>
                  </a:lnTo>
                  <a:cubicBezTo>
                    <a:pt x="389287" y="160496"/>
                    <a:pt x="389287" y="139446"/>
                    <a:pt x="376333" y="126397"/>
                  </a:cubicBezTo>
                  <a:close/>
                  <a:moveTo>
                    <a:pt x="229171" y="29337"/>
                  </a:moveTo>
                  <a:cubicBezTo>
                    <a:pt x="231267" y="29337"/>
                    <a:pt x="235267" y="28956"/>
                    <a:pt x="238887" y="32576"/>
                  </a:cubicBezTo>
                  <a:lnTo>
                    <a:pt x="270320" y="64008"/>
                  </a:lnTo>
                  <a:cubicBezTo>
                    <a:pt x="273844" y="67532"/>
                    <a:pt x="273558" y="71438"/>
                    <a:pt x="273558" y="73724"/>
                  </a:cubicBezTo>
                  <a:lnTo>
                    <a:pt x="229171" y="73724"/>
                  </a:lnTo>
                  <a:lnTo>
                    <a:pt x="229171" y="29337"/>
                  </a:lnTo>
                  <a:close/>
                  <a:moveTo>
                    <a:pt x="273558" y="352806"/>
                  </a:moveTo>
                  <a:cubicBezTo>
                    <a:pt x="273558" y="358902"/>
                    <a:pt x="268605" y="363950"/>
                    <a:pt x="262414" y="363950"/>
                  </a:cubicBezTo>
                  <a:lnTo>
                    <a:pt x="40386" y="363950"/>
                  </a:lnTo>
                  <a:cubicBezTo>
                    <a:pt x="34290" y="363950"/>
                    <a:pt x="29242" y="358997"/>
                    <a:pt x="29242" y="352806"/>
                  </a:cubicBezTo>
                  <a:lnTo>
                    <a:pt x="29242" y="40481"/>
                  </a:lnTo>
                  <a:cubicBezTo>
                    <a:pt x="29242" y="34385"/>
                    <a:pt x="34195" y="29337"/>
                    <a:pt x="40386" y="29337"/>
                  </a:cubicBezTo>
                  <a:lnTo>
                    <a:pt x="206883" y="29337"/>
                  </a:lnTo>
                  <a:lnTo>
                    <a:pt x="206883" y="84868"/>
                  </a:lnTo>
                  <a:cubicBezTo>
                    <a:pt x="206883" y="90964"/>
                    <a:pt x="211836" y="96012"/>
                    <a:pt x="218027" y="96012"/>
                  </a:cubicBezTo>
                  <a:lnTo>
                    <a:pt x="273558" y="96012"/>
                  </a:lnTo>
                  <a:lnTo>
                    <a:pt x="273558" y="182118"/>
                  </a:lnTo>
                  <a:cubicBezTo>
                    <a:pt x="273558" y="182118"/>
                    <a:pt x="240792" y="214884"/>
                    <a:pt x="240792" y="214884"/>
                  </a:cubicBezTo>
                  <a:lnTo>
                    <a:pt x="225076" y="230600"/>
                  </a:lnTo>
                  <a:cubicBezTo>
                    <a:pt x="223838" y="231839"/>
                    <a:pt x="222980" y="233267"/>
                    <a:pt x="222409" y="234982"/>
                  </a:cubicBezTo>
                  <a:lnTo>
                    <a:pt x="206692" y="282035"/>
                  </a:lnTo>
                  <a:cubicBezTo>
                    <a:pt x="205359" y="286036"/>
                    <a:pt x="206407" y="290417"/>
                    <a:pt x="209360" y="293370"/>
                  </a:cubicBezTo>
                  <a:cubicBezTo>
                    <a:pt x="212312" y="296323"/>
                    <a:pt x="216694" y="297371"/>
                    <a:pt x="220694" y="296037"/>
                  </a:cubicBezTo>
                  <a:lnTo>
                    <a:pt x="267748" y="280321"/>
                  </a:lnTo>
                  <a:cubicBezTo>
                    <a:pt x="269367" y="279749"/>
                    <a:pt x="270891" y="278892"/>
                    <a:pt x="272129" y="277654"/>
                  </a:cubicBezTo>
                  <a:lnTo>
                    <a:pt x="273463" y="276320"/>
                  </a:lnTo>
                  <a:lnTo>
                    <a:pt x="273463" y="352806"/>
                  </a:lnTo>
                  <a:lnTo>
                    <a:pt x="273558" y="352806"/>
                  </a:lnTo>
                  <a:close/>
                  <a:moveTo>
                    <a:pt x="248317" y="238411"/>
                  </a:moveTo>
                  <a:lnTo>
                    <a:pt x="264033" y="254127"/>
                  </a:lnTo>
                  <a:lnTo>
                    <a:pt x="258032" y="260128"/>
                  </a:lnTo>
                  <a:lnTo>
                    <a:pt x="234506" y="267938"/>
                  </a:lnTo>
                  <a:lnTo>
                    <a:pt x="242316" y="244412"/>
                  </a:lnTo>
                  <a:lnTo>
                    <a:pt x="248317" y="238411"/>
                  </a:lnTo>
                  <a:close/>
                  <a:moveTo>
                    <a:pt x="279749" y="238411"/>
                  </a:moveTo>
                  <a:lnTo>
                    <a:pt x="264033" y="222694"/>
                  </a:lnTo>
                  <a:cubicBezTo>
                    <a:pt x="272415" y="214313"/>
                    <a:pt x="309563" y="177165"/>
                    <a:pt x="317373" y="169259"/>
                  </a:cubicBezTo>
                  <a:lnTo>
                    <a:pt x="333089" y="184976"/>
                  </a:lnTo>
                  <a:lnTo>
                    <a:pt x="279749" y="238411"/>
                  </a:lnTo>
                  <a:close/>
                  <a:moveTo>
                    <a:pt x="360236" y="157829"/>
                  </a:moveTo>
                  <a:lnTo>
                    <a:pt x="348806" y="169259"/>
                  </a:lnTo>
                  <a:lnTo>
                    <a:pt x="333089" y="153543"/>
                  </a:lnTo>
                  <a:lnTo>
                    <a:pt x="344519" y="142113"/>
                  </a:lnTo>
                  <a:cubicBezTo>
                    <a:pt x="348806" y="137827"/>
                    <a:pt x="355854" y="137827"/>
                    <a:pt x="360236" y="142113"/>
                  </a:cubicBezTo>
                  <a:cubicBezTo>
                    <a:pt x="364522" y="146399"/>
                    <a:pt x="364617" y="153448"/>
                    <a:pt x="360236" y="15782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7" name="자유형: 도형 114">
              <a:extLst>
                <a:ext uri="{FF2B5EF4-FFF2-40B4-BE49-F238E27FC236}">
                  <a16:creationId xmlns="" xmlns:a16="http://schemas.microsoft.com/office/drawing/2014/main" id="{8589083F-31F5-4A6E-9CB8-7B4E32571FA3}"/>
                </a:ext>
              </a:extLst>
            </p:cNvPr>
            <p:cNvSpPr/>
            <p:nvPr/>
          </p:nvSpPr>
          <p:spPr>
            <a:xfrm>
              <a:off x="2845299" y="1004030"/>
              <a:ext cx="190500" cy="28575"/>
            </a:xfrm>
            <a:custGeom>
              <a:avLst/>
              <a:gdLst>
                <a:gd name="connsiteX0" fmla="*/ 173736 w 190500"/>
                <a:gd name="connsiteY0" fmla="*/ 7144 h 28575"/>
                <a:gd name="connsiteX1" fmla="*/ 18288 w 190500"/>
                <a:gd name="connsiteY1" fmla="*/ 7144 h 28575"/>
                <a:gd name="connsiteX2" fmla="*/ 7144 w 190500"/>
                <a:gd name="connsiteY2" fmla="*/ 18288 h 28575"/>
                <a:gd name="connsiteX3" fmla="*/ 18288 w 190500"/>
                <a:gd name="connsiteY3" fmla="*/ 29432 h 28575"/>
                <a:gd name="connsiteX4" fmla="*/ 173736 w 190500"/>
                <a:gd name="connsiteY4" fmla="*/ 29432 h 28575"/>
                <a:gd name="connsiteX5" fmla="*/ 184880 w 190500"/>
                <a:gd name="connsiteY5" fmla="*/ 18288 h 28575"/>
                <a:gd name="connsiteX6" fmla="*/ 173736 w 190500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0500" h="28575">
                  <a:moveTo>
                    <a:pt x="173736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cubicBezTo>
                    <a:pt x="7144" y="24479"/>
                    <a:pt x="12097" y="29432"/>
                    <a:pt x="18288" y="29432"/>
                  </a:cubicBezTo>
                  <a:lnTo>
                    <a:pt x="173736" y="29432"/>
                  </a:lnTo>
                  <a:cubicBezTo>
                    <a:pt x="179832" y="29432"/>
                    <a:pt x="184880" y="24479"/>
                    <a:pt x="184880" y="18288"/>
                  </a:cubicBezTo>
                  <a:cubicBezTo>
                    <a:pt x="184880" y="12097"/>
                    <a:pt x="179832" y="7144"/>
                    <a:pt x="173736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8" name="자유형: 도형 115">
              <a:extLst>
                <a:ext uri="{FF2B5EF4-FFF2-40B4-BE49-F238E27FC236}">
                  <a16:creationId xmlns="" xmlns:a16="http://schemas.microsoft.com/office/drawing/2014/main" id="{55EE9D70-5C2A-4B30-9220-6A7377F4FAC1}"/>
                </a:ext>
              </a:extLst>
            </p:cNvPr>
            <p:cNvSpPr/>
            <p:nvPr/>
          </p:nvSpPr>
          <p:spPr>
            <a:xfrm>
              <a:off x="2845204" y="1048416"/>
              <a:ext cx="142875" cy="28575"/>
            </a:xfrm>
            <a:custGeom>
              <a:avLst/>
              <a:gdLst>
                <a:gd name="connsiteX0" fmla="*/ 129350 w 142875"/>
                <a:gd name="connsiteY0" fmla="*/ 7144 h 28575"/>
                <a:gd name="connsiteX1" fmla="*/ 18288 w 142875"/>
                <a:gd name="connsiteY1" fmla="*/ 7144 h 28575"/>
                <a:gd name="connsiteX2" fmla="*/ 7144 w 142875"/>
                <a:gd name="connsiteY2" fmla="*/ 18288 h 28575"/>
                <a:gd name="connsiteX3" fmla="*/ 18288 w 142875"/>
                <a:gd name="connsiteY3" fmla="*/ 29432 h 28575"/>
                <a:gd name="connsiteX4" fmla="*/ 129350 w 142875"/>
                <a:gd name="connsiteY4" fmla="*/ 29432 h 28575"/>
                <a:gd name="connsiteX5" fmla="*/ 140494 w 142875"/>
                <a:gd name="connsiteY5" fmla="*/ 18288 h 28575"/>
                <a:gd name="connsiteX6" fmla="*/ 129350 w 14287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875" h="28575">
                  <a:moveTo>
                    <a:pt x="129350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cubicBezTo>
                    <a:pt x="7144" y="24384"/>
                    <a:pt x="12097" y="29432"/>
                    <a:pt x="18288" y="29432"/>
                  </a:cubicBezTo>
                  <a:lnTo>
                    <a:pt x="129350" y="29432"/>
                  </a:lnTo>
                  <a:cubicBezTo>
                    <a:pt x="135446" y="29432"/>
                    <a:pt x="140494" y="24479"/>
                    <a:pt x="140494" y="18288"/>
                  </a:cubicBezTo>
                  <a:cubicBezTo>
                    <a:pt x="140494" y="12097"/>
                    <a:pt x="135541" y="7144"/>
                    <a:pt x="129350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9" name="자유형: 도형 116">
              <a:extLst>
                <a:ext uri="{FF2B5EF4-FFF2-40B4-BE49-F238E27FC236}">
                  <a16:creationId xmlns="" xmlns:a16="http://schemas.microsoft.com/office/drawing/2014/main" id="{568D5144-80EE-478D-B287-5849DAFDB037}"/>
                </a:ext>
              </a:extLst>
            </p:cNvPr>
            <p:cNvSpPr/>
            <p:nvPr/>
          </p:nvSpPr>
          <p:spPr>
            <a:xfrm>
              <a:off x="2845204" y="1092803"/>
              <a:ext cx="142875" cy="28575"/>
            </a:xfrm>
            <a:custGeom>
              <a:avLst/>
              <a:gdLst>
                <a:gd name="connsiteX0" fmla="*/ 129350 w 142875"/>
                <a:gd name="connsiteY0" fmla="*/ 7144 h 28575"/>
                <a:gd name="connsiteX1" fmla="*/ 18288 w 142875"/>
                <a:gd name="connsiteY1" fmla="*/ 7144 h 28575"/>
                <a:gd name="connsiteX2" fmla="*/ 7144 w 142875"/>
                <a:gd name="connsiteY2" fmla="*/ 18288 h 28575"/>
                <a:gd name="connsiteX3" fmla="*/ 18288 w 142875"/>
                <a:gd name="connsiteY3" fmla="*/ 29432 h 28575"/>
                <a:gd name="connsiteX4" fmla="*/ 129350 w 142875"/>
                <a:gd name="connsiteY4" fmla="*/ 29432 h 28575"/>
                <a:gd name="connsiteX5" fmla="*/ 140494 w 142875"/>
                <a:gd name="connsiteY5" fmla="*/ 18288 h 28575"/>
                <a:gd name="connsiteX6" fmla="*/ 129350 w 14287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875" h="28575">
                  <a:moveTo>
                    <a:pt x="129350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cubicBezTo>
                    <a:pt x="7144" y="24384"/>
                    <a:pt x="12097" y="29432"/>
                    <a:pt x="18288" y="29432"/>
                  </a:cubicBezTo>
                  <a:lnTo>
                    <a:pt x="129350" y="29432"/>
                  </a:lnTo>
                  <a:cubicBezTo>
                    <a:pt x="135446" y="29432"/>
                    <a:pt x="140494" y="24479"/>
                    <a:pt x="140494" y="18288"/>
                  </a:cubicBezTo>
                  <a:cubicBezTo>
                    <a:pt x="140494" y="12097"/>
                    <a:pt x="135541" y="7144"/>
                    <a:pt x="129350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0" name="자유형: 도형 117">
              <a:extLst>
                <a:ext uri="{FF2B5EF4-FFF2-40B4-BE49-F238E27FC236}">
                  <a16:creationId xmlns="" xmlns:a16="http://schemas.microsoft.com/office/drawing/2014/main" id="{2A1D30A0-3790-4852-805B-6C94C0595FF3}"/>
                </a:ext>
              </a:extLst>
            </p:cNvPr>
            <p:cNvSpPr/>
            <p:nvPr/>
          </p:nvSpPr>
          <p:spPr>
            <a:xfrm>
              <a:off x="2845204" y="1137189"/>
              <a:ext cx="142875" cy="28575"/>
            </a:xfrm>
            <a:custGeom>
              <a:avLst/>
              <a:gdLst>
                <a:gd name="connsiteX0" fmla="*/ 129350 w 142875"/>
                <a:gd name="connsiteY0" fmla="*/ 7144 h 28575"/>
                <a:gd name="connsiteX1" fmla="*/ 18288 w 142875"/>
                <a:gd name="connsiteY1" fmla="*/ 7144 h 28575"/>
                <a:gd name="connsiteX2" fmla="*/ 7144 w 142875"/>
                <a:gd name="connsiteY2" fmla="*/ 18288 h 28575"/>
                <a:gd name="connsiteX3" fmla="*/ 18288 w 142875"/>
                <a:gd name="connsiteY3" fmla="*/ 29432 h 28575"/>
                <a:gd name="connsiteX4" fmla="*/ 129350 w 142875"/>
                <a:gd name="connsiteY4" fmla="*/ 29432 h 28575"/>
                <a:gd name="connsiteX5" fmla="*/ 140494 w 142875"/>
                <a:gd name="connsiteY5" fmla="*/ 18288 h 28575"/>
                <a:gd name="connsiteX6" fmla="*/ 129350 w 14287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875" h="28575">
                  <a:moveTo>
                    <a:pt x="129350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cubicBezTo>
                    <a:pt x="7144" y="24384"/>
                    <a:pt x="12097" y="29432"/>
                    <a:pt x="18288" y="29432"/>
                  </a:cubicBezTo>
                  <a:lnTo>
                    <a:pt x="129350" y="29432"/>
                  </a:lnTo>
                  <a:cubicBezTo>
                    <a:pt x="135446" y="29432"/>
                    <a:pt x="140494" y="24479"/>
                    <a:pt x="140494" y="18288"/>
                  </a:cubicBezTo>
                  <a:cubicBezTo>
                    <a:pt x="140494" y="12097"/>
                    <a:pt x="135541" y="7144"/>
                    <a:pt x="129350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1" name="자유형: 도형 118">
              <a:extLst>
                <a:ext uri="{FF2B5EF4-FFF2-40B4-BE49-F238E27FC236}">
                  <a16:creationId xmlns="" xmlns:a16="http://schemas.microsoft.com/office/drawing/2014/main" id="{3B8A3DD0-981C-4E93-88E3-479D949D9452}"/>
                </a:ext>
              </a:extLst>
            </p:cNvPr>
            <p:cNvSpPr/>
            <p:nvPr/>
          </p:nvSpPr>
          <p:spPr>
            <a:xfrm>
              <a:off x="2934167" y="1205293"/>
              <a:ext cx="95250" cy="28575"/>
            </a:xfrm>
            <a:custGeom>
              <a:avLst/>
              <a:gdLst>
                <a:gd name="connsiteX0" fmla="*/ 84868 w 95250"/>
                <a:gd name="connsiteY0" fmla="*/ 7144 h 28575"/>
                <a:gd name="connsiteX1" fmla="*/ 18288 w 95250"/>
                <a:gd name="connsiteY1" fmla="*/ 7144 h 28575"/>
                <a:gd name="connsiteX2" fmla="*/ 7144 w 95250"/>
                <a:gd name="connsiteY2" fmla="*/ 18288 h 28575"/>
                <a:gd name="connsiteX3" fmla="*/ 18288 w 95250"/>
                <a:gd name="connsiteY3" fmla="*/ 29432 h 28575"/>
                <a:gd name="connsiteX4" fmla="*/ 84868 w 95250"/>
                <a:gd name="connsiteY4" fmla="*/ 29432 h 28575"/>
                <a:gd name="connsiteX5" fmla="*/ 96012 w 95250"/>
                <a:gd name="connsiteY5" fmla="*/ 18288 h 28575"/>
                <a:gd name="connsiteX6" fmla="*/ 84868 w 95250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250" h="28575">
                  <a:moveTo>
                    <a:pt x="84868" y="7144"/>
                  </a:moveTo>
                  <a:lnTo>
                    <a:pt x="18288" y="7144"/>
                  </a:lnTo>
                  <a:cubicBezTo>
                    <a:pt x="12192" y="7144"/>
                    <a:pt x="7144" y="12097"/>
                    <a:pt x="7144" y="18288"/>
                  </a:cubicBezTo>
                  <a:cubicBezTo>
                    <a:pt x="7144" y="24479"/>
                    <a:pt x="12097" y="29432"/>
                    <a:pt x="18288" y="29432"/>
                  </a:cubicBezTo>
                  <a:lnTo>
                    <a:pt x="84868" y="29432"/>
                  </a:lnTo>
                  <a:cubicBezTo>
                    <a:pt x="90964" y="29432"/>
                    <a:pt x="96012" y="24479"/>
                    <a:pt x="96012" y="18288"/>
                  </a:cubicBezTo>
                  <a:cubicBezTo>
                    <a:pt x="96012" y="12097"/>
                    <a:pt x="90964" y="7144"/>
                    <a:pt x="84868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42" name="타원 19">
            <a:extLst>
              <a:ext uri="{FF2B5EF4-FFF2-40B4-BE49-F238E27FC236}">
                <a16:creationId xmlns="" xmlns:a16="http://schemas.microsoft.com/office/drawing/2014/main" id="{3ECAC02A-B9E1-4845-88BF-3EA8708B88E8}"/>
              </a:ext>
            </a:extLst>
          </p:cNvPr>
          <p:cNvSpPr/>
          <p:nvPr/>
        </p:nvSpPr>
        <p:spPr>
          <a:xfrm>
            <a:off x="4589072" y="3141040"/>
            <a:ext cx="809661" cy="86605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 cap="flat">
            <a:solidFill>
              <a:srgbClr val="F3F3F3"/>
            </a:solidFill>
            <a:prstDash val="solid"/>
            <a:miter/>
          </a:ln>
          <a:effectLst>
            <a:outerShdw dist="63500" dir="2700000" algn="tl" rotWithShape="0">
              <a:srgbClr val="F3F3F3"/>
            </a:outerShdw>
          </a:effectLst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43" name="타원 19">
            <a:extLst>
              <a:ext uri="{FF2B5EF4-FFF2-40B4-BE49-F238E27FC236}">
                <a16:creationId xmlns="" xmlns:a16="http://schemas.microsoft.com/office/drawing/2014/main" id="{3ECAC02A-B9E1-4845-88BF-3EA8708B88E8}"/>
              </a:ext>
            </a:extLst>
          </p:cNvPr>
          <p:cNvSpPr/>
          <p:nvPr/>
        </p:nvSpPr>
        <p:spPr>
          <a:xfrm>
            <a:off x="7201939" y="3150229"/>
            <a:ext cx="809661" cy="86605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 cap="flat">
            <a:solidFill>
              <a:srgbClr val="F3F3F3"/>
            </a:solidFill>
            <a:prstDash val="solid"/>
            <a:miter/>
          </a:ln>
          <a:effectLst>
            <a:outerShdw dist="63500" dir="2700000" algn="tl" rotWithShape="0">
              <a:srgbClr val="F3F3F3"/>
            </a:outerShdw>
          </a:effectLst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44" name="타원 19">
            <a:extLst>
              <a:ext uri="{FF2B5EF4-FFF2-40B4-BE49-F238E27FC236}">
                <a16:creationId xmlns="" xmlns:a16="http://schemas.microsoft.com/office/drawing/2014/main" id="{3ECAC02A-B9E1-4845-88BF-3EA8708B88E8}"/>
              </a:ext>
            </a:extLst>
          </p:cNvPr>
          <p:cNvSpPr/>
          <p:nvPr/>
        </p:nvSpPr>
        <p:spPr>
          <a:xfrm>
            <a:off x="9484744" y="3150229"/>
            <a:ext cx="809661" cy="86605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 cap="flat">
            <a:solidFill>
              <a:srgbClr val="F3F3F3"/>
            </a:solidFill>
            <a:prstDash val="solid"/>
            <a:miter/>
          </a:ln>
          <a:effectLst>
            <a:outerShdw dist="63500" dir="2700000" algn="tl" rotWithShape="0">
              <a:srgbClr val="F3F3F3"/>
            </a:outerShdw>
          </a:effectLst>
        </p:spPr>
        <p:txBody>
          <a:bodyPr rtlCol="0" anchor="ctr"/>
          <a:lstStyle/>
          <a:p>
            <a:pPr algn="l"/>
            <a:endParaRPr lang="ko-KR" altLang="en-US"/>
          </a:p>
        </p:txBody>
      </p:sp>
      <p:grpSp>
        <p:nvGrpSpPr>
          <p:cNvPr id="45" name="그룹 176">
            <a:extLst>
              <a:ext uri="{FF2B5EF4-FFF2-40B4-BE49-F238E27FC236}">
                <a16:creationId xmlns="" xmlns:a16="http://schemas.microsoft.com/office/drawing/2014/main" id="{526FE934-9C18-4C70-B4C7-B52326E17326}"/>
              </a:ext>
            </a:extLst>
          </p:cNvPr>
          <p:cNvGrpSpPr/>
          <p:nvPr/>
        </p:nvGrpSpPr>
        <p:grpSpPr>
          <a:xfrm>
            <a:off x="4762071" y="3381701"/>
            <a:ext cx="487372" cy="428442"/>
            <a:chOff x="8134150" y="1590436"/>
            <a:chExt cx="390621" cy="347425"/>
          </a:xfrm>
          <a:solidFill>
            <a:srgbClr val="F3F3F3"/>
          </a:solidFill>
        </p:grpSpPr>
        <p:sp>
          <p:nvSpPr>
            <p:cNvPr id="46" name="자유형: 도형 177">
              <a:extLst>
                <a:ext uri="{FF2B5EF4-FFF2-40B4-BE49-F238E27FC236}">
                  <a16:creationId xmlns="" xmlns:a16="http://schemas.microsoft.com/office/drawing/2014/main" id="{20EB6346-8329-44BE-B2A3-6DB48DF49E62}"/>
                </a:ext>
              </a:extLst>
            </p:cNvPr>
            <p:cNvSpPr/>
            <p:nvPr/>
          </p:nvSpPr>
          <p:spPr>
            <a:xfrm>
              <a:off x="8134246" y="1590436"/>
              <a:ext cx="390525" cy="161925"/>
            </a:xfrm>
            <a:custGeom>
              <a:avLst/>
              <a:gdLst>
                <a:gd name="connsiteX0" fmla="*/ 380333 w 390525"/>
                <a:gd name="connsiteY0" fmla="*/ 74724 h 161925"/>
                <a:gd name="connsiteX1" fmla="*/ 201263 w 390525"/>
                <a:gd name="connsiteY1" fmla="*/ 7858 h 161925"/>
                <a:gd name="connsiteX2" fmla="*/ 193453 w 390525"/>
                <a:gd name="connsiteY2" fmla="*/ 7858 h 161925"/>
                <a:gd name="connsiteX3" fmla="*/ 14383 w 390525"/>
                <a:gd name="connsiteY3" fmla="*/ 74724 h 161925"/>
                <a:gd name="connsiteX4" fmla="*/ 7144 w 390525"/>
                <a:gd name="connsiteY4" fmla="*/ 85201 h 161925"/>
                <a:gd name="connsiteX5" fmla="*/ 14383 w 390525"/>
                <a:gd name="connsiteY5" fmla="*/ 95679 h 161925"/>
                <a:gd name="connsiteX6" fmla="*/ 193453 w 390525"/>
                <a:gd name="connsiteY6" fmla="*/ 162544 h 161925"/>
                <a:gd name="connsiteX7" fmla="*/ 197358 w 390525"/>
                <a:gd name="connsiteY7" fmla="*/ 163211 h 161925"/>
                <a:gd name="connsiteX8" fmla="*/ 201263 w 390525"/>
                <a:gd name="connsiteY8" fmla="*/ 162544 h 161925"/>
                <a:gd name="connsiteX9" fmla="*/ 380333 w 390525"/>
                <a:gd name="connsiteY9" fmla="*/ 95679 h 161925"/>
                <a:gd name="connsiteX10" fmla="*/ 387572 w 390525"/>
                <a:gd name="connsiteY10" fmla="*/ 85201 h 161925"/>
                <a:gd name="connsiteX11" fmla="*/ 380333 w 390525"/>
                <a:gd name="connsiteY11" fmla="*/ 7472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90525" h="161925">
                  <a:moveTo>
                    <a:pt x="380333" y="74724"/>
                  </a:moveTo>
                  <a:lnTo>
                    <a:pt x="201263" y="7858"/>
                  </a:lnTo>
                  <a:cubicBezTo>
                    <a:pt x="198691" y="6906"/>
                    <a:pt x="195929" y="6906"/>
                    <a:pt x="193453" y="7858"/>
                  </a:cubicBezTo>
                  <a:lnTo>
                    <a:pt x="14383" y="74724"/>
                  </a:lnTo>
                  <a:cubicBezTo>
                    <a:pt x="10001" y="76343"/>
                    <a:pt x="7144" y="80534"/>
                    <a:pt x="7144" y="85201"/>
                  </a:cubicBezTo>
                  <a:cubicBezTo>
                    <a:pt x="7144" y="89868"/>
                    <a:pt x="10001" y="93964"/>
                    <a:pt x="14383" y="95679"/>
                  </a:cubicBezTo>
                  <a:lnTo>
                    <a:pt x="193453" y="162544"/>
                  </a:lnTo>
                  <a:cubicBezTo>
                    <a:pt x="194691" y="163020"/>
                    <a:pt x="196025" y="163211"/>
                    <a:pt x="197358" y="163211"/>
                  </a:cubicBezTo>
                  <a:cubicBezTo>
                    <a:pt x="198691" y="163211"/>
                    <a:pt x="200025" y="163020"/>
                    <a:pt x="201263" y="162544"/>
                  </a:cubicBezTo>
                  <a:lnTo>
                    <a:pt x="380333" y="95679"/>
                  </a:lnTo>
                  <a:cubicBezTo>
                    <a:pt x="384715" y="94059"/>
                    <a:pt x="387572" y="89868"/>
                    <a:pt x="387572" y="85201"/>
                  </a:cubicBezTo>
                  <a:cubicBezTo>
                    <a:pt x="387572" y="80534"/>
                    <a:pt x="384620" y="76343"/>
                    <a:pt x="380333" y="7472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7" name="자유형: 도형 178">
              <a:extLst>
                <a:ext uri="{FF2B5EF4-FFF2-40B4-BE49-F238E27FC236}">
                  <a16:creationId xmlns="" xmlns:a16="http://schemas.microsoft.com/office/drawing/2014/main" id="{4CF1413D-49ED-4300-AEBF-1C0330D7CBE1}"/>
                </a:ext>
              </a:extLst>
            </p:cNvPr>
            <p:cNvSpPr/>
            <p:nvPr/>
          </p:nvSpPr>
          <p:spPr>
            <a:xfrm>
              <a:off x="8134150" y="1814036"/>
              <a:ext cx="390525" cy="123825"/>
            </a:xfrm>
            <a:custGeom>
              <a:avLst/>
              <a:gdLst>
                <a:gd name="connsiteX0" fmla="*/ 380429 w 390525"/>
                <a:gd name="connsiteY0" fmla="*/ 29432 h 123825"/>
                <a:gd name="connsiteX1" fmla="*/ 321088 w 390525"/>
                <a:gd name="connsiteY1" fmla="*/ 7239 h 123825"/>
                <a:gd name="connsiteX2" fmla="*/ 209169 w 390525"/>
                <a:gd name="connsiteY2" fmla="*/ 48958 h 123825"/>
                <a:gd name="connsiteX3" fmla="*/ 197454 w 390525"/>
                <a:gd name="connsiteY3" fmla="*/ 51054 h 123825"/>
                <a:gd name="connsiteX4" fmla="*/ 185833 w 390525"/>
                <a:gd name="connsiteY4" fmla="*/ 48958 h 123825"/>
                <a:gd name="connsiteX5" fmla="*/ 73723 w 390525"/>
                <a:gd name="connsiteY5" fmla="*/ 7144 h 123825"/>
                <a:gd name="connsiteX6" fmla="*/ 14383 w 390525"/>
                <a:gd name="connsiteY6" fmla="*/ 29337 h 123825"/>
                <a:gd name="connsiteX7" fmla="*/ 7144 w 390525"/>
                <a:gd name="connsiteY7" fmla="*/ 39815 h 123825"/>
                <a:gd name="connsiteX8" fmla="*/ 14383 w 390525"/>
                <a:gd name="connsiteY8" fmla="*/ 50292 h 123825"/>
                <a:gd name="connsiteX9" fmla="*/ 193453 w 390525"/>
                <a:gd name="connsiteY9" fmla="*/ 117158 h 123825"/>
                <a:gd name="connsiteX10" fmla="*/ 197358 w 390525"/>
                <a:gd name="connsiteY10" fmla="*/ 117824 h 123825"/>
                <a:gd name="connsiteX11" fmla="*/ 201263 w 390525"/>
                <a:gd name="connsiteY11" fmla="*/ 117158 h 123825"/>
                <a:gd name="connsiteX12" fmla="*/ 380333 w 390525"/>
                <a:gd name="connsiteY12" fmla="*/ 50292 h 123825"/>
                <a:gd name="connsiteX13" fmla="*/ 387572 w 390525"/>
                <a:gd name="connsiteY13" fmla="*/ 39815 h 123825"/>
                <a:gd name="connsiteX14" fmla="*/ 380429 w 390525"/>
                <a:gd name="connsiteY14" fmla="*/ 29432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90525" h="123825">
                  <a:moveTo>
                    <a:pt x="380429" y="29432"/>
                  </a:moveTo>
                  <a:lnTo>
                    <a:pt x="321088" y="7239"/>
                  </a:lnTo>
                  <a:lnTo>
                    <a:pt x="209169" y="48958"/>
                  </a:lnTo>
                  <a:cubicBezTo>
                    <a:pt x="205359" y="50387"/>
                    <a:pt x="201454" y="51054"/>
                    <a:pt x="197454" y="51054"/>
                  </a:cubicBezTo>
                  <a:cubicBezTo>
                    <a:pt x="193453" y="51054"/>
                    <a:pt x="189548" y="50387"/>
                    <a:pt x="185833" y="48958"/>
                  </a:cubicBezTo>
                  <a:lnTo>
                    <a:pt x="73723" y="7144"/>
                  </a:lnTo>
                  <a:lnTo>
                    <a:pt x="14383" y="29337"/>
                  </a:lnTo>
                  <a:cubicBezTo>
                    <a:pt x="10001" y="30956"/>
                    <a:pt x="7144" y="35147"/>
                    <a:pt x="7144" y="39815"/>
                  </a:cubicBezTo>
                  <a:cubicBezTo>
                    <a:pt x="7144" y="44482"/>
                    <a:pt x="10001" y="48578"/>
                    <a:pt x="14383" y="50292"/>
                  </a:cubicBezTo>
                  <a:lnTo>
                    <a:pt x="193453" y="117158"/>
                  </a:lnTo>
                  <a:cubicBezTo>
                    <a:pt x="194691" y="117634"/>
                    <a:pt x="196025" y="117824"/>
                    <a:pt x="197358" y="117824"/>
                  </a:cubicBezTo>
                  <a:cubicBezTo>
                    <a:pt x="198691" y="117824"/>
                    <a:pt x="200025" y="117634"/>
                    <a:pt x="201263" y="117158"/>
                  </a:cubicBezTo>
                  <a:lnTo>
                    <a:pt x="380333" y="50292"/>
                  </a:lnTo>
                  <a:cubicBezTo>
                    <a:pt x="384715" y="48673"/>
                    <a:pt x="387572" y="44482"/>
                    <a:pt x="387572" y="39815"/>
                  </a:cubicBezTo>
                  <a:cubicBezTo>
                    <a:pt x="387572" y="35147"/>
                    <a:pt x="384715" y="31052"/>
                    <a:pt x="380429" y="294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8" name="자유형: 도형 179">
              <a:extLst>
                <a:ext uri="{FF2B5EF4-FFF2-40B4-BE49-F238E27FC236}">
                  <a16:creationId xmlns="" xmlns:a16="http://schemas.microsoft.com/office/drawing/2014/main" id="{C3E5F9D2-AA08-47F7-999D-F58BEE4FB651}"/>
                </a:ext>
              </a:extLst>
            </p:cNvPr>
            <p:cNvSpPr/>
            <p:nvPr/>
          </p:nvSpPr>
          <p:spPr>
            <a:xfrm>
              <a:off x="8134246" y="1724977"/>
              <a:ext cx="390525" cy="123825"/>
            </a:xfrm>
            <a:custGeom>
              <a:avLst/>
              <a:gdLst>
                <a:gd name="connsiteX0" fmla="*/ 380333 w 390525"/>
                <a:gd name="connsiteY0" fmla="*/ 29337 h 123825"/>
                <a:gd name="connsiteX1" fmla="*/ 320993 w 390525"/>
                <a:gd name="connsiteY1" fmla="*/ 7144 h 123825"/>
                <a:gd name="connsiteX2" fmla="*/ 209074 w 390525"/>
                <a:gd name="connsiteY2" fmla="*/ 48863 h 123825"/>
                <a:gd name="connsiteX3" fmla="*/ 197358 w 390525"/>
                <a:gd name="connsiteY3" fmla="*/ 50959 h 123825"/>
                <a:gd name="connsiteX4" fmla="*/ 185738 w 390525"/>
                <a:gd name="connsiteY4" fmla="*/ 48863 h 123825"/>
                <a:gd name="connsiteX5" fmla="*/ 73723 w 390525"/>
                <a:gd name="connsiteY5" fmla="*/ 7144 h 123825"/>
                <a:gd name="connsiteX6" fmla="*/ 14383 w 390525"/>
                <a:gd name="connsiteY6" fmla="*/ 29337 h 123825"/>
                <a:gd name="connsiteX7" fmla="*/ 7144 w 390525"/>
                <a:gd name="connsiteY7" fmla="*/ 39815 h 123825"/>
                <a:gd name="connsiteX8" fmla="*/ 14383 w 390525"/>
                <a:gd name="connsiteY8" fmla="*/ 50292 h 123825"/>
                <a:gd name="connsiteX9" fmla="*/ 193453 w 390525"/>
                <a:gd name="connsiteY9" fmla="*/ 117158 h 123825"/>
                <a:gd name="connsiteX10" fmla="*/ 197358 w 390525"/>
                <a:gd name="connsiteY10" fmla="*/ 117824 h 123825"/>
                <a:gd name="connsiteX11" fmla="*/ 201263 w 390525"/>
                <a:gd name="connsiteY11" fmla="*/ 117158 h 123825"/>
                <a:gd name="connsiteX12" fmla="*/ 380333 w 390525"/>
                <a:gd name="connsiteY12" fmla="*/ 50292 h 123825"/>
                <a:gd name="connsiteX13" fmla="*/ 387572 w 390525"/>
                <a:gd name="connsiteY13" fmla="*/ 39815 h 123825"/>
                <a:gd name="connsiteX14" fmla="*/ 380333 w 390525"/>
                <a:gd name="connsiteY14" fmla="*/ 29337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90525" h="123825">
                  <a:moveTo>
                    <a:pt x="380333" y="29337"/>
                  </a:moveTo>
                  <a:lnTo>
                    <a:pt x="320993" y="7144"/>
                  </a:lnTo>
                  <a:lnTo>
                    <a:pt x="209074" y="48863"/>
                  </a:lnTo>
                  <a:cubicBezTo>
                    <a:pt x="205264" y="50292"/>
                    <a:pt x="201359" y="50959"/>
                    <a:pt x="197358" y="50959"/>
                  </a:cubicBezTo>
                  <a:cubicBezTo>
                    <a:pt x="193357" y="50959"/>
                    <a:pt x="189452" y="50292"/>
                    <a:pt x="185738" y="48863"/>
                  </a:cubicBezTo>
                  <a:lnTo>
                    <a:pt x="73723" y="7144"/>
                  </a:lnTo>
                  <a:lnTo>
                    <a:pt x="14383" y="29337"/>
                  </a:lnTo>
                  <a:cubicBezTo>
                    <a:pt x="10001" y="30956"/>
                    <a:pt x="7144" y="35147"/>
                    <a:pt x="7144" y="39815"/>
                  </a:cubicBezTo>
                  <a:cubicBezTo>
                    <a:pt x="7144" y="44482"/>
                    <a:pt x="10001" y="48577"/>
                    <a:pt x="14383" y="50292"/>
                  </a:cubicBezTo>
                  <a:lnTo>
                    <a:pt x="193453" y="117158"/>
                  </a:lnTo>
                  <a:cubicBezTo>
                    <a:pt x="194691" y="117634"/>
                    <a:pt x="196025" y="117824"/>
                    <a:pt x="197358" y="117824"/>
                  </a:cubicBezTo>
                  <a:cubicBezTo>
                    <a:pt x="198691" y="117824"/>
                    <a:pt x="200025" y="117634"/>
                    <a:pt x="201263" y="117158"/>
                  </a:cubicBezTo>
                  <a:lnTo>
                    <a:pt x="380333" y="50292"/>
                  </a:lnTo>
                  <a:cubicBezTo>
                    <a:pt x="384715" y="48673"/>
                    <a:pt x="387572" y="44482"/>
                    <a:pt x="387572" y="39815"/>
                  </a:cubicBezTo>
                  <a:cubicBezTo>
                    <a:pt x="387572" y="35147"/>
                    <a:pt x="384620" y="30956"/>
                    <a:pt x="380333" y="293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49" name="자유형: 도형 345">
            <a:extLst>
              <a:ext uri="{FF2B5EF4-FFF2-40B4-BE49-F238E27FC236}">
                <a16:creationId xmlns="" xmlns:a16="http://schemas.microsoft.com/office/drawing/2014/main" id="{064E7B33-C779-467D-869E-C96841576246}"/>
              </a:ext>
            </a:extLst>
          </p:cNvPr>
          <p:cNvSpPr/>
          <p:nvPr/>
        </p:nvSpPr>
        <p:spPr>
          <a:xfrm>
            <a:off x="9666581" y="3370733"/>
            <a:ext cx="445985" cy="470451"/>
          </a:xfrm>
          <a:custGeom>
            <a:avLst/>
            <a:gdLst>
              <a:gd name="connsiteX0" fmla="*/ 367093 w 381000"/>
              <a:gd name="connsiteY0" fmla="*/ 306895 h 333375"/>
              <a:gd name="connsiteX1" fmla="*/ 307753 w 381000"/>
              <a:gd name="connsiteY1" fmla="*/ 306895 h 333375"/>
              <a:gd name="connsiteX2" fmla="*/ 307753 w 381000"/>
              <a:gd name="connsiteY2" fmla="*/ 159639 h 333375"/>
              <a:gd name="connsiteX3" fmla="*/ 296609 w 381000"/>
              <a:gd name="connsiteY3" fmla="*/ 148495 h 333375"/>
              <a:gd name="connsiteX4" fmla="*/ 238125 w 381000"/>
              <a:gd name="connsiteY4" fmla="*/ 148495 h 333375"/>
              <a:gd name="connsiteX5" fmla="*/ 238125 w 381000"/>
              <a:gd name="connsiteY5" fmla="*/ 90011 h 333375"/>
              <a:gd name="connsiteX6" fmla="*/ 226981 w 381000"/>
              <a:gd name="connsiteY6" fmla="*/ 78867 h 333375"/>
              <a:gd name="connsiteX7" fmla="*/ 157448 w 381000"/>
              <a:gd name="connsiteY7" fmla="*/ 78867 h 333375"/>
              <a:gd name="connsiteX8" fmla="*/ 146304 w 381000"/>
              <a:gd name="connsiteY8" fmla="*/ 90011 h 333375"/>
              <a:gd name="connsiteX9" fmla="*/ 146304 w 381000"/>
              <a:gd name="connsiteY9" fmla="*/ 170688 h 333375"/>
              <a:gd name="connsiteX10" fmla="*/ 87821 w 381000"/>
              <a:gd name="connsiteY10" fmla="*/ 170688 h 333375"/>
              <a:gd name="connsiteX11" fmla="*/ 76676 w 381000"/>
              <a:gd name="connsiteY11" fmla="*/ 181832 h 333375"/>
              <a:gd name="connsiteX12" fmla="*/ 76676 w 381000"/>
              <a:gd name="connsiteY12" fmla="*/ 305467 h 333375"/>
              <a:gd name="connsiteX13" fmla="*/ 29337 w 381000"/>
              <a:gd name="connsiteY13" fmla="*/ 305467 h 333375"/>
              <a:gd name="connsiteX14" fmla="*/ 29337 w 381000"/>
              <a:gd name="connsiteY14" fmla="*/ 18288 h 333375"/>
              <a:gd name="connsiteX15" fmla="*/ 18383 w 381000"/>
              <a:gd name="connsiteY15" fmla="*/ 7144 h 333375"/>
              <a:gd name="connsiteX16" fmla="*/ 7144 w 381000"/>
              <a:gd name="connsiteY16" fmla="*/ 18288 h 333375"/>
              <a:gd name="connsiteX17" fmla="*/ 7144 w 381000"/>
              <a:gd name="connsiteY17" fmla="*/ 316992 h 333375"/>
              <a:gd name="connsiteX18" fmla="*/ 18383 w 381000"/>
              <a:gd name="connsiteY18" fmla="*/ 327565 h 333375"/>
              <a:gd name="connsiteX19" fmla="*/ 87821 w 381000"/>
              <a:gd name="connsiteY19" fmla="*/ 327565 h 333375"/>
              <a:gd name="connsiteX20" fmla="*/ 88011 w 381000"/>
              <a:gd name="connsiteY20" fmla="*/ 329089 h 333375"/>
              <a:gd name="connsiteX21" fmla="*/ 157639 w 381000"/>
              <a:gd name="connsiteY21" fmla="*/ 329089 h 333375"/>
              <a:gd name="connsiteX22" fmla="*/ 157639 w 381000"/>
              <a:gd name="connsiteY22" fmla="*/ 329089 h 333375"/>
              <a:gd name="connsiteX23" fmla="*/ 157639 w 381000"/>
              <a:gd name="connsiteY23" fmla="*/ 329089 h 333375"/>
              <a:gd name="connsiteX24" fmla="*/ 227267 w 381000"/>
              <a:gd name="connsiteY24" fmla="*/ 329089 h 333375"/>
              <a:gd name="connsiteX25" fmla="*/ 296894 w 381000"/>
              <a:gd name="connsiteY25" fmla="*/ 329089 h 333375"/>
              <a:gd name="connsiteX26" fmla="*/ 297085 w 381000"/>
              <a:gd name="connsiteY26" fmla="*/ 327565 h 333375"/>
              <a:gd name="connsiteX27" fmla="*/ 366331 w 381000"/>
              <a:gd name="connsiteY27" fmla="*/ 327565 h 333375"/>
              <a:gd name="connsiteX28" fmla="*/ 377190 w 381000"/>
              <a:gd name="connsiteY28" fmla="*/ 317468 h 333375"/>
              <a:gd name="connsiteX29" fmla="*/ 367093 w 381000"/>
              <a:gd name="connsiteY29" fmla="*/ 306895 h 333375"/>
              <a:gd name="connsiteX30" fmla="*/ 285559 w 381000"/>
              <a:gd name="connsiteY30" fmla="*/ 170688 h 333375"/>
              <a:gd name="connsiteX31" fmla="*/ 285559 w 381000"/>
              <a:gd name="connsiteY31" fmla="*/ 306895 h 333375"/>
              <a:gd name="connsiteX32" fmla="*/ 238220 w 381000"/>
              <a:gd name="connsiteY32" fmla="*/ 306895 h 333375"/>
              <a:gd name="connsiteX33" fmla="*/ 238220 w 381000"/>
              <a:gd name="connsiteY33" fmla="*/ 170688 h 333375"/>
              <a:gd name="connsiteX34" fmla="*/ 285559 w 381000"/>
              <a:gd name="connsiteY34" fmla="*/ 170688 h 333375"/>
              <a:gd name="connsiteX35" fmla="*/ 215932 w 381000"/>
              <a:gd name="connsiteY35" fmla="*/ 101155 h 333375"/>
              <a:gd name="connsiteX36" fmla="*/ 215932 w 381000"/>
              <a:gd name="connsiteY36" fmla="*/ 159258 h 333375"/>
              <a:gd name="connsiteX37" fmla="*/ 215932 w 381000"/>
              <a:gd name="connsiteY37" fmla="*/ 305371 h 333375"/>
              <a:gd name="connsiteX38" fmla="*/ 168592 w 381000"/>
              <a:gd name="connsiteY38" fmla="*/ 305371 h 333375"/>
              <a:gd name="connsiteX39" fmla="*/ 168592 w 381000"/>
              <a:gd name="connsiteY39" fmla="*/ 101155 h 333375"/>
              <a:gd name="connsiteX40" fmla="*/ 215932 w 381000"/>
              <a:gd name="connsiteY40" fmla="*/ 101155 h 333375"/>
              <a:gd name="connsiteX41" fmla="*/ 99060 w 381000"/>
              <a:gd name="connsiteY41" fmla="*/ 191452 h 333375"/>
              <a:gd name="connsiteX42" fmla="*/ 146399 w 381000"/>
              <a:gd name="connsiteY42" fmla="*/ 191452 h 333375"/>
              <a:gd name="connsiteX43" fmla="*/ 146399 w 381000"/>
              <a:gd name="connsiteY43" fmla="*/ 305467 h 333375"/>
              <a:gd name="connsiteX44" fmla="*/ 99060 w 381000"/>
              <a:gd name="connsiteY44" fmla="*/ 305467 h 333375"/>
              <a:gd name="connsiteX45" fmla="*/ 99060 w 381000"/>
              <a:gd name="connsiteY45" fmla="*/ 191452 h 33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381000" h="333375">
                <a:moveTo>
                  <a:pt x="367093" y="306895"/>
                </a:moveTo>
                <a:lnTo>
                  <a:pt x="307753" y="306895"/>
                </a:lnTo>
                <a:lnTo>
                  <a:pt x="307753" y="159639"/>
                </a:lnTo>
                <a:cubicBezTo>
                  <a:pt x="307753" y="153543"/>
                  <a:pt x="302800" y="148495"/>
                  <a:pt x="296609" y="148495"/>
                </a:cubicBezTo>
                <a:lnTo>
                  <a:pt x="238125" y="148495"/>
                </a:lnTo>
                <a:lnTo>
                  <a:pt x="238125" y="90011"/>
                </a:lnTo>
                <a:cubicBezTo>
                  <a:pt x="238125" y="83915"/>
                  <a:pt x="233172" y="78867"/>
                  <a:pt x="226981" y="78867"/>
                </a:cubicBezTo>
                <a:lnTo>
                  <a:pt x="157448" y="78867"/>
                </a:lnTo>
                <a:cubicBezTo>
                  <a:pt x="151352" y="78867"/>
                  <a:pt x="146304" y="83820"/>
                  <a:pt x="146304" y="90011"/>
                </a:cubicBezTo>
                <a:lnTo>
                  <a:pt x="146304" y="170688"/>
                </a:lnTo>
                <a:lnTo>
                  <a:pt x="87821" y="170688"/>
                </a:lnTo>
                <a:cubicBezTo>
                  <a:pt x="81725" y="170688"/>
                  <a:pt x="76676" y="175641"/>
                  <a:pt x="76676" y="181832"/>
                </a:cubicBezTo>
                <a:lnTo>
                  <a:pt x="76676" y="305467"/>
                </a:lnTo>
                <a:lnTo>
                  <a:pt x="29337" y="305467"/>
                </a:lnTo>
                <a:lnTo>
                  <a:pt x="29337" y="18288"/>
                </a:lnTo>
                <a:cubicBezTo>
                  <a:pt x="29337" y="18288"/>
                  <a:pt x="24479" y="7144"/>
                  <a:pt x="18383" y="7144"/>
                </a:cubicBezTo>
                <a:cubicBezTo>
                  <a:pt x="12287" y="7144"/>
                  <a:pt x="7239" y="12097"/>
                  <a:pt x="7144" y="18288"/>
                </a:cubicBezTo>
                <a:lnTo>
                  <a:pt x="7144" y="316992"/>
                </a:lnTo>
                <a:cubicBezTo>
                  <a:pt x="7239" y="323088"/>
                  <a:pt x="12192" y="328136"/>
                  <a:pt x="18383" y="327565"/>
                </a:cubicBezTo>
                <a:lnTo>
                  <a:pt x="87821" y="327565"/>
                </a:lnTo>
                <a:cubicBezTo>
                  <a:pt x="87916" y="328041"/>
                  <a:pt x="87916" y="328041"/>
                  <a:pt x="88011" y="329089"/>
                </a:cubicBezTo>
                <a:lnTo>
                  <a:pt x="157639" y="329089"/>
                </a:lnTo>
                <a:lnTo>
                  <a:pt x="157639" y="329089"/>
                </a:lnTo>
                <a:lnTo>
                  <a:pt x="157639" y="329089"/>
                </a:lnTo>
                <a:lnTo>
                  <a:pt x="227267" y="329089"/>
                </a:lnTo>
                <a:lnTo>
                  <a:pt x="296894" y="329089"/>
                </a:lnTo>
                <a:cubicBezTo>
                  <a:pt x="296989" y="328136"/>
                  <a:pt x="297085" y="327565"/>
                  <a:pt x="297085" y="327565"/>
                </a:cubicBezTo>
                <a:lnTo>
                  <a:pt x="366331" y="327565"/>
                </a:lnTo>
                <a:cubicBezTo>
                  <a:pt x="372046" y="327565"/>
                  <a:pt x="377000" y="323183"/>
                  <a:pt x="377190" y="317468"/>
                </a:cubicBezTo>
                <a:cubicBezTo>
                  <a:pt x="377571" y="311658"/>
                  <a:pt x="372904" y="306895"/>
                  <a:pt x="367093" y="306895"/>
                </a:cubicBezTo>
                <a:close/>
                <a:moveTo>
                  <a:pt x="285559" y="170688"/>
                </a:moveTo>
                <a:lnTo>
                  <a:pt x="285559" y="306895"/>
                </a:lnTo>
                <a:lnTo>
                  <a:pt x="238220" y="306895"/>
                </a:lnTo>
                <a:lnTo>
                  <a:pt x="238220" y="170688"/>
                </a:lnTo>
                <a:lnTo>
                  <a:pt x="285559" y="170688"/>
                </a:lnTo>
                <a:close/>
                <a:moveTo>
                  <a:pt x="215932" y="101155"/>
                </a:moveTo>
                <a:lnTo>
                  <a:pt x="215932" y="159258"/>
                </a:lnTo>
                <a:lnTo>
                  <a:pt x="215932" y="305371"/>
                </a:lnTo>
                <a:lnTo>
                  <a:pt x="168592" y="305371"/>
                </a:lnTo>
                <a:lnTo>
                  <a:pt x="168592" y="101155"/>
                </a:lnTo>
                <a:lnTo>
                  <a:pt x="215932" y="101155"/>
                </a:lnTo>
                <a:close/>
                <a:moveTo>
                  <a:pt x="99060" y="191452"/>
                </a:moveTo>
                <a:lnTo>
                  <a:pt x="146399" y="191452"/>
                </a:lnTo>
                <a:lnTo>
                  <a:pt x="146399" y="305467"/>
                </a:lnTo>
                <a:lnTo>
                  <a:pt x="99060" y="305467"/>
                </a:lnTo>
                <a:lnTo>
                  <a:pt x="99060" y="191452"/>
                </a:lnTo>
                <a:close/>
              </a:path>
            </a:pathLst>
          </a:custGeom>
          <a:solidFill>
            <a:srgbClr val="F3F3F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50" name="그룹 287">
            <a:extLst>
              <a:ext uri="{FF2B5EF4-FFF2-40B4-BE49-F238E27FC236}">
                <a16:creationId xmlns="" xmlns:a16="http://schemas.microsoft.com/office/drawing/2014/main" id="{86D95AAE-C322-48CA-922B-7428C860D403}"/>
              </a:ext>
            </a:extLst>
          </p:cNvPr>
          <p:cNvGrpSpPr/>
          <p:nvPr/>
        </p:nvGrpSpPr>
        <p:grpSpPr>
          <a:xfrm>
            <a:off x="7388055" y="3405294"/>
            <a:ext cx="390525" cy="390525"/>
            <a:chOff x="6151784" y="2905672"/>
            <a:chExt cx="390525" cy="390525"/>
          </a:xfrm>
          <a:solidFill>
            <a:srgbClr val="F3F3F3"/>
          </a:solidFill>
        </p:grpSpPr>
        <p:sp>
          <p:nvSpPr>
            <p:cNvPr id="51" name="자유형: 도형 288">
              <a:extLst>
                <a:ext uri="{FF2B5EF4-FFF2-40B4-BE49-F238E27FC236}">
                  <a16:creationId xmlns="" xmlns:a16="http://schemas.microsoft.com/office/drawing/2014/main" id="{D810381F-280B-4AAF-8993-35B4E255CEE8}"/>
                </a:ext>
              </a:extLst>
            </p:cNvPr>
            <p:cNvSpPr/>
            <p:nvPr/>
          </p:nvSpPr>
          <p:spPr>
            <a:xfrm>
              <a:off x="6151784" y="2905672"/>
              <a:ext cx="390525" cy="390525"/>
            </a:xfrm>
            <a:custGeom>
              <a:avLst/>
              <a:gdLst>
                <a:gd name="connsiteX0" fmla="*/ 346162 w 390525"/>
                <a:gd name="connsiteY0" fmla="*/ 46220 h 390525"/>
                <a:gd name="connsiteX1" fmla="*/ 157281 w 390525"/>
                <a:gd name="connsiteY1" fmla="*/ 46220 h 390525"/>
                <a:gd name="connsiteX2" fmla="*/ 149757 w 390525"/>
                <a:gd name="connsiteY2" fmla="*/ 226909 h 390525"/>
                <a:gd name="connsiteX3" fmla="*/ 131278 w 390525"/>
                <a:gd name="connsiteY3" fmla="*/ 245388 h 390525"/>
                <a:gd name="connsiteX4" fmla="*/ 118801 w 390525"/>
                <a:gd name="connsiteY4" fmla="*/ 232910 h 390525"/>
                <a:gd name="connsiteX5" fmla="*/ 103084 w 390525"/>
                <a:gd name="connsiteY5" fmla="*/ 232910 h 390525"/>
                <a:gd name="connsiteX6" fmla="*/ 18788 w 390525"/>
                <a:gd name="connsiteY6" fmla="*/ 317206 h 390525"/>
                <a:gd name="connsiteX7" fmla="*/ 18788 w 390525"/>
                <a:gd name="connsiteY7" fmla="*/ 373689 h 390525"/>
                <a:gd name="connsiteX8" fmla="*/ 47077 w 390525"/>
                <a:gd name="connsiteY8" fmla="*/ 385405 h 390525"/>
                <a:gd name="connsiteX9" fmla="*/ 75367 w 390525"/>
                <a:gd name="connsiteY9" fmla="*/ 373689 h 390525"/>
                <a:gd name="connsiteX10" fmla="*/ 159663 w 390525"/>
                <a:gd name="connsiteY10" fmla="*/ 289393 h 390525"/>
                <a:gd name="connsiteX11" fmla="*/ 159663 w 390525"/>
                <a:gd name="connsiteY11" fmla="*/ 273677 h 390525"/>
                <a:gd name="connsiteX12" fmla="*/ 147185 w 390525"/>
                <a:gd name="connsiteY12" fmla="*/ 261199 h 390525"/>
                <a:gd name="connsiteX13" fmla="*/ 165663 w 390525"/>
                <a:gd name="connsiteY13" fmla="*/ 242721 h 390525"/>
                <a:gd name="connsiteX14" fmla="*/ 251865 w 390525"/>
                <a:gd name="connsiteY14" fmla="*/ 274249 h 390525"/>
                <a:gd name="connsiteX15" fmla="*/ 346258 w 390525"/>
                <a:gd name="connsiteY15" fmla="*/ 235196 h 390525"/>
                <a:gd name="connsiteX16" fmla="*/ 346162 w 390525"/>
                <a:gd name="connsiteY16" fmla="*/ 46220 h 390525"/>
                <a:gd name="connsiteX17" fmla="*/ 59364 w 390525"/>
                <a:gd name="connsiteY17" fmla="*/ 357878 h 390525"/>
                <a:gd name="connsiteX18" fmla="*/ 34409 w 390525"/>
                <a:gd name="connsiteY18" fmla="*/ 357878 h 390525"/>
                <a:gd name="connsiteX19" fmla="*/ 34409 w 390525"/>
                <a:gd name="connsiteY19" fmla="*/ 332922 h 390525"/>
                <a:gd name="connsiteX20" fmla="*/ 110799 w 390525"/>
                <a:gd name="connsiteY20" fmla="*/ 256532 h 390525"/>
                <a:gd name="connsiteX21" fmla="*/ 135755 w 390525"/>
                <a:gd name="connsiteY21" fmla="*/ 281488 h 390525"/>
                <a:gd name="connsiteX22" fmla="*/ 59364 w 390525"/>
                <a:gd name="connsiteY22" fmla="*/ 357878 h 390525"/>
                <a:gd name="connsiteX23" fmla="*/ 330350 w 390525"/>
                <a:gd name="connsiteY23" fmla="*/ 219289 h 390525"/>
                <a:gd name="connsiteX24" fmla="*/ 251674 w 390525"/>
                <a:gd name="connsiteY24" fmla="*/ 251865 h 390525"/>
                <a:gd name="connsiteX25" fmla="*/ 172998 w 390525"/>
                <a:gd name="connsiteY25" fmla="*/ 219289 h 390525"/>
                <a:gd name="connsiteX26" fmla="*/ 172998 w 390525"/>
                <a:gd name="connsiteY26" fmla="*/ 61936 h 390525"/>
                <a:gd name="connsiteX27" fmla="*/ 330350 w 390525"/>
                <a:gd name="connsiteY27" fmla="*/ 61936 h 390525"/>
                <a:gd name="connsiteX28" fmla="*/ 330350 w 390525"/>
                <a:gd name="connsiteY28" fmla="*/ 219289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90525" h="390525">
                  <a:moveTo>
                    <a:pt x="346162" y="46220"/>
                  </a:moveTo>
                  <a:cubicBezTo>
                    <a:pt x="294060" y="-5882"/>
                    <a:pt x="209383" y="-5882"/>
                    <a:pt x="157281" y="46220"/>
                  </a:cubicBezTo>
                  <a:cubicBezTo>
                    <a:pt x="107847" y="95655"/>
                    <a:pt x="105370" y="174426"/>
                    <a:pt x="149757" y="226909"/>
                  </a:cubicBezTo>
                  <a:lnTo>
                    <a:pt x="131278" y="245388"/>
                  </a:lnTo>
                  <a:lnTo>
                    <a:pt x="118801" y="232910"/>
                  </a:lnTo>
                  <a:cubicBezTo>
                    <a:pt x="114419" y="228529"/>
                    <a:pt x="107370" y="228529"/>
                    <a:pt x="103084" y="232910"/>
                  </a:cubicBezTo>
                  <a:lnTo>
                    <a:pt x="18788" y="317206"/>
                  </a:lnTo>
                  <a:cubicBezTo>
                    <a:pt x="3262" y="332732"/>
                    <a:pt x="3262" y="358164"/>
                    <a:pt x="18788" y="373689"/>
                  </a:cubicBezTo>
                  <a:cubicBezTo>
                    <a:pt x="26599" y="381500"/>
                    <a:pt x="36790" y="385405"/>
                    <a:pt x="47077" y="385405"/>
                  </a:cubicBezTo>
                  <a:cubicBezTo>
                    <a:pt x="57269" y="385405"/>
                    <a:pt x="67556" y="381500"/>
                    <a:pt x="75367" y="373689"/>
                  </a:cubicBezTo>
                  <a:lnTo>
                    <a:pt x="159663" y="289393"/>
                  </a:lnTo>
                  <a:cubicBezTo>
                    <a:pt x="164044" y="285012"/>
                    <a:pt x="164044" y="277963"/>
                    <a:pt x="159663" y="273677"/>
                  </a:cubicBezTo>
                  <a:lnTo>
                    <a:pt x="147185" y="261199"/>
                  </a:lnTo>
                  <a:lnTo>
                    <a:pt x="165663" y="242721"/>
                  </a:lnTo>
                  <a:cubicBezTo>
                    <a:pt x="190428" y="263676"/>
                    <a:pt x="221194" y="274249"/>
                    <a:pt x="251865" y="274249"/>
                  </a:cubicBezTo>
                  <a:cubicBezTo>
                    <a:pt x="286060" y="274249"/>
                    <a:pt x="320254" y="261199"/>
                    <a:pt x="346258" y="235196"/>
                  </a:cubicBezTo>
                  <a:cubicBezTo>
                    <a:pt x="398168" y="182999"/>
                    <a:pt x="398168" y="98322"/>
                    <a:pt x="346162" y="46220"/>
                  </a:cubicBezTo>
                  <a:close/>
                  <a:moveTo>
                    <a:pt x="59364" y="357878"/>
                  </a:moveTo>
                  <a:cubicBezTo>
                    <a:pt x="52506" y="364736"/>
                    <a:pt x="41267" y="364736"/>
                    <a:pt x="34409" y="357878"/>
                  </a:cubicBezTo>
                  <a:cubicBezTo>
                    <a:pt x="27551" y="351020"/>
                    <a:pt x="27551" y="339781"/>
                    <a:pt x="34409" y="332922"/>
                  </a:cubicBezTo>
                  <a:lnTo>
                    <a:pt x="110799" y="256532"/>
                  </a:lnTo>
                  <a:lnTo>
                    <a:pt x="135755" y="281488"/>
                  </a:lnTo>
                  <a:lnTo>
                    <a:pt x="59364" y="357878"/>
                  </a:lnTo>
                  <a:close/>
                  <a:moveTo>
                    <a:pt x="330350" y="219289"/>
                  </a:moveTo>
                  <a:cubicBezTo>
                    <a:pt x="308634" y="241006"/>
                    <a:pt x="280154" y="251865"/>
                    <a:pt x="251674" y="251865"/>
                  </a:cubicBezTo>
                  <a:cubicBezTo>
                    <a:pt x="223194" y="251865"/>
                    <a:pt x="194715" y="241006"/>
                    <a:pt x="172998" y="219289"/>
                  </a:cubicBezTo>
                  <a:cubicBezTo>
                    <a:pt x="129659" y="175951"/>
                    <a:pt x="129659" y="105275"/>
                    <a:pt x="172998" y="61936"/>
                  </a:cubicBezTo>
                  <a:cubicBezTo>
                    <a:pt x="216337" y="18597"/>
                    <a:pt x="287012" y="18597"/>
                    <a:pt x="330350" y="61936"/>
                  </a:cubicBezTo>
                  <a:cubicBezTo>
                    <a:pt x="373784" y="105370"/>
                    <a:pt x="373784" y="175951"/>
                    <a:pt x="330350" y="21928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2" name="자유형: 도형 289">
              <a:extLst>
                <a:ext uri="{FF2B5EF4-FFF2-40B4-BE49-F238E27FC236}">
                  <a16:creationId xmlns="" xmlns:a16="http://schemas.microsoft.com/office/drawing/2014/main" id="{D55C3F9C-D1B3-412C-B701-AD639DDA26F9}"/>
                </a:ext>
              </a:extLst>
            </p:cNvPr>
            <p:cNvSpPr/>
            <p:nvPr/>
          </p:nvSpPr>
          <p:spPr>
            <a:xfrm>
              <a:off x="6300160" y="2942986"/>
              <a:ext cx="200025" cy="200025"/>
            </a:xfrm>
            <a:custGeom>
              <a:avLst/>
              <a:gdLst>
                <a:gd name="connsiteX0" fmla="*/ 171402 w 200025"/>
                <a:gd name="connsiteY0" fmla="*/ 35290 h 200025"/>
                <a:gd name="connsiteX1" fmla="*/ 35290 w 200025"/>
                <a:gd name="connsiteY1" fmla="*/ 35290 h 200025"/>
                <a:gd name="connsiteX2" fmla="*/ 35290 w 200025"/>
                <a:gd name="connsiteY2" fmla="*/ 171402 h 200025"/>
                <a:gd name="connsiteX3" fmla="*/ 103394 w 200025"/>
                <a:gd name="connsiteY3" fmla="*/ 199596 h 200025"/>
                <a:gd name="connsiteX4" fmla="*/ 171498 w 200025"/>
                <a:gd name="connsiteY4" fmla="*/ 171402 h 200025"/>
                <a:gd name="connsiteX5" fmla="*/ 171402 w 200025"/>
                <a:gd name="connsiteY5" fmla="*/ 35290 h 200025"/>
                <a:gd name="connsiteX6" fmla="*/ 155686 w 200025"/>
                <a:gd name="connsiteY6" fmla="*/ 155686 h 200025"/>
                <a:gd name="connsiteX7" fmla="*/ 51006 w 200025"/>
                <a:gd name="connsiteY7" fmla="*/ 155686 h 200025"/>
                <a:gd name="connsiteX8" fmla="*/ 51006 w 200025"/>
                <a:gd name="connsiteY8" fmla="*/ 51006 h 200025"/>
                <a:gd name="connsiteX9" fmla="*/ 103298 w 200025"/>
                <a:gd name="connsiteY9" fmla="*/ 29385 h 200025"/>
                <a:gd name="connsiteX10" fmla="*/ 155591 w 200025"/>
                <a:gd name="connsiteY10" fmla="*/ 51006 h 200025"/>
                <a:gd name="connsiteX11" fmla="*/ 155686 w 200025"/>
                <a:gd name="connsiteY11" fmla="*/ 155686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0025" h="200025">
                  <a:moveTo>
                    <a:pt x="171402" y="35290"/>
                  </a:moveTo>
                  <a:cubicBezTo>
                    <a:pt x="133874" y="-2238"/>
                    <a:pt x="72819" y="-2238"/>
                    <a:pt x="35290" y="35290"/>
                  </a:cubicBezTo>
                  <a:cubicBezTo>
                    <a:pt x="-2238" y="72819"/>
                    <a:pt x="-2238" y="133874"/>
                    <a:pt x="35290" y="171402"/>
                  </a:cubicBezTo>
                  <a:cubicBezTo>
                    <a:pt x="54054" y="190167"/>
                    <a:pt x="78724" y="199596"/>
                    <a:pt x="103394" y="199596"/>
                  </a:cubicBezTo>
                  <a:cubicBezTo>
                    <a:pt x="128064" y="199596"/>
                    <a:pt x="152733" y="190167"/>
                    <a:pt x="171498" y="171402"/>
                  </a:cubicBezTo>
                  <a:cubicBezTo>
                    <a:pt x="208931" y="133874"/>
                    <a:pt x="208931" y="72819"/>
                    <a:pt x="171402" y="35290"/>
                  </a:cubicBezTo>
                  <a:close/>
                  <a:moveTo>
                    <a:pt x="155686" y="155686"/>
                  </a:moveTo>
                  <a:cubicBezTo>
                    <a:pt x="126825" y="184547"/>
                    <a:pt x="79867" y="184547"/>
                    <a:pt x="51006" y="155686"/>
                  </a:cubicBezTo>
                  <a:cubicBezTo>
                    <a:pt x="22146" y="126825"/>
                    <a:pt x="22146" y="79867"/>
                    <a:pt x="51006" y="51006"/>
                  </a:cubicBezTo>
                  <a:cubicBezTo>
                    <a:pt x="65389" y="36624"/>
                    <a:pt x="84344" y="29385"/>
                    <a:pt x="103298" y="29385"/>
                  </a:cubicBezTo>
                  <a:cubicBezTo>
                    <a:pt x="122253" y="29385"/>
                    <a:pt x="141208" y="36624"/>
                    <a:pt x="155591" y="51006"/>
                  </a:cubicBezTo>
                  <a:cubicBezTo>
                    <a:pt x="184451" y="79867"/>
                    <a:pt x="184451" y="126825"/>
                    <a:pt x="155686" y="1556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44512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0"/>
          <p:cNvSpPr txBox="1">
            <a:spLocks noGrp="1"/>
          </p:cNvSpPr>
          <p:nvPr>
            <p:ph type="title"/>
          </p:nvPr>
        </p:nvSpPr>
        <p:spPr>
          <a:xfrm>
            <a:off x="0" y="644608"/>
            <a:ext cx="5046636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 algn="ctr"/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Project idea &amp; opportunity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6" name="Picture Placeholder 9" descr="/Users/raghadalthunayan/Downloads/transparent-communication-icon-job-icon-linkedin-icon-5dbc3bb6a55c47.7741155515726171426773.png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7" r="987"/>
          <a:stretch>
            <a:fillRect/>
          </a:stretch>
        </p:blipFill>
        <p:spPr bwMode="auto">
          <a:xfrm>
            <a:off x="7992534" y="1408208"/>
            <a:ext cx="3759553" cy="3881367"/>
          </a:xfrm>
          <a:prstGeom prst="rect">
            <a:avLst/>
          </a:prstGeom>
          <a:noFill/>
        </p:spPr>
      </p:pic>
      <p:sp>
        <p:nvSpPr>
          <p:cNvPr id="8" name="Google Shape;511;p46"/>
          <p:cNvSpPr/>
          <p:nvPr/>
        </p:nvSpPr>
        <p:spPr>
          <a:xfrm>
            <a:off x="-1537186" y="1357408"/>
            <a:ext cx="6857200" cy="101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286948" y="2397669"/>
            <a:ext cx="6051099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Al Bayan Plain" charset="-78"/>
                <a:ea typeface="Al Bayan Plain" charset="-78"/>
                <a:cs typeface="Al Bayan Plain" charset="-78"/>
              </a:rPr>
              <a:t>Average 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Al Bayan Plain" charset="-78"/>
                <a:ea typeface="Al Bayan Plain" charset="-78"/>
                <a:cs typeface="Al Bayan Plain" charset="-78"/>
              </a:rPr>
              <a:t>years of experience required in the different industries </a:t>
            </a:r>
          </a:p>
          <a:p>
            <a:pPr marL="285750" indent="-285750">
              <a:buFont typeface="Arial" charset="0"/>
              <a:buChar char="•"/>
            </a:pPr>
            <a:endParaRPr lang="en-US" sz="2400" b="1" dirty="0" smtClean="0">
              <a:solidFill>
                <a:schemeClr val="accent1">
                  <a:lumMod val="75000"/>
                </a:schemeClr>
              </a:solidFill>
              <a:latin typeface="Al Bayan Plain" charset="-78"/>
              <a:ea typeface="Al Bayan Plain" charset="-78"/>
              <a:cs typeface="Al Bayan Plain" charset="-78"/>
            </a:endParaRPr>
          </a:p>
          <a:p>
            <a:pPr marL="285750" indent="-285750">
              <a:buFont typeface="Arial" charset="0"/>
              <a:buChar char="•"/>
            </a:pP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Al Bayan Plain" charset="-78"/>
                <a:ea typeface="Al Bayan Plain" charset="-78"/>
                <a:cs typeface="Al Bayan Plain" charset="-78"/>
              </a:rPr>
              <a:t>Our EDA will focus on IT services industry</a:t>
            </a:r>
            <a:endParaRPr lang="en-US" sz="2400" b="1" dirty="0" smtClean="0">
              <a:solidFill>
                <a:schemeClr val="accent1">
                  <a:lumMod val="75000"/>
                </a:schemeClr>
              </a:solidFill>
              <a:latin typeface="Al Bayan Plain" charset="-78"/>
              <a:ea typeface="Al Bayan Plain" charset="-78"/>
              <a:cs typeface="Al Bayan Plain" charset="-78"/>
            </a:endParaRPr>
          </a:p>
          <a:p>
            <a:pPr marL="285750" indent="-285750">
              <a:buFont typeface="Arial" charset="0"/>
              <a:buChar char="•"/>
            </a:pPr>
            <a:endParaRPr lang="en-US" sz="2400" b="1" dirty="0" smtClean="0">
              <a:solidFill>
                <a:schemeClr val="accent1">
                  <a:lumMod val="75000"/>
                </a:schemeClr>
              </a:solidFill>
              <a:latin typeface="Al Bayan Plain" charset="-78"/>
              <a:ea typeface="Al Bayan Plain" charset="-78"/>
              <a:cs typeface="Al Bayan Plain" charset="-78"/>
            </a:endParaRPr>
          </a:p>
          <a:p>
            <a:pPr marL="285750" indent="-285750">
              <a:buFont typeface="Arial" charset="0"/>
              <a:buChar char="•"/>
            </a:pP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Al Bayan Plain" charset="-78"/>
                <a:ea typeface="Al Bayan Plain" charset="-78"/>
                <a:cs typeface="Al Bayan Plain" charset="-78"/>
              </a:rPr>
              <a:t>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l Bayan Plain" charset="-78"/>
                <a:ea typeface="Al Bayan Plain" charset="-78"/>
                <a:cs typeface="Al Bayan Plain" charset="-78"/>
              </a:rPr>
              <a:t>P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Al Bayan Plain" charset="-78"/>
                <a:ea typeface="Al Bayan Plain" charset="-78"/>
                <a:cs typeface="Al Bayan Plain" charset="-78"/>
              </a:rPr>
              <a:t>eak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l Bayan Plain" charset="-78"/>
                <a:ea typeface="Al Bayan Plain" charset="-78"/>
                <a:cs typeface="Al Bayan Plain" charset="-78"/>
              </a:rPr>
              <a:t>month of job posting </a:t>
            </a:r>
            <a:endParaRPr lang="en-US" sz="2400" b="1" dirty="0" smtClean="0">
              <a:solidFill>
                <a:schemeClr val="accent1">
                  <a:lumMod val="75000"/>
                </a:schemeClr>
              </a:solidFill>
              <a:latin typeface="Al Bayan Plain" charset="-78"/>
              <a:ea typeface="Al Bayan Plain" charset="-78"/>
              <a:cs typeface="Al Bayan Plain" charset="-78"/>
            </a:endParaRPr>
          </a:p>
          <a:p>
            <a:pPr marL="285750" indent="-285750">
              <a:buFont typeface="Arial" charset="0"/>
              <a:buChar char="•"/>
            </a:pPr>
            <a:endParaRPr lang="en-US" sz="2400" b="1" dirty="0" smtClean="0">
              <a:solidFill>
                <a:schemeClr val="accent1">
                  <a:lumMod val="75000"/>
                </a:schemeClr>
              </a:solidFill>
              <a:latin typeface="Al Bayan Plain" charset="-78"/>
              <a:ea typeface="Al Bayan Plain" charset="-78"/>
              <a:cs typeface="Al Bayan Plain" charset="-78"/>
            </a:endParaRPr>
          </a:p>
          <a:p>
            <a:pPr marL="285750" indent="-285750">
              <a:buFont typeface="Arial" charset="0"/>
              <a:buChar char="•"/>
            </a:pP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Al Bayan Plain" charset="-78"/>
                <a:ea typeface="Al Bayan Plain" charset="-78"/>
                <a:cs typeface="Al Bayan Plain" charset="-78"/>
              </a:rPr>
              <a:t>Direction of the labor 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Al Bayan Plain" charset="-78"/>
                <a:ea typeface="Al Bayan Plain" charset="-78"/>
                <a:cs typeface="Al Bayan Plain" charset="-78"/>
              </a:rPr>
              <a:t>market in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l Bayan Plain" charset="-78"/>
                <a:ea typeface="Al Bayan Plain" charset="-78"/>
                <a:cs typeface="Al Bayan Plain" charset="-78"/>
              </a:rPr>
              <a:t>the different industries </a:t>
            </a:r>
            <a:endParaRPr lang="en-US" sz="2400" b="1" dirty="0" smtClean="0">
              <a:solidFill>
                <a:schemeClr val="accent1">
                  <a:lumMod val="75000"/>
                </a:schemeClr>
              </a:solidFill>
              <a:latin typeface="Al Bayan Plain" charset="-78"/>
              <a:ea typeface="Al Bayan Plain" charset="-78"/>
              <a:cs typeface="Al Bayan Plain" charset="-78"/>
            </a:endParaRPr>
          </a:p>
          <a:p>
            <a:pPr marL="285750" indent="-285750">
              <a:buFont typeface="Arial" charset="0"/>
              <a:buChar char="•"/>
            </a:pPr>
            <a:endParaRPr lang="en-US" sz="2400" b="1" dirty="0">
              <a:solidFill>
                <a:schemeClr val="accent1">
                  <a:lumMod val="75000"/>
                </a:schemeClr>
              </a:solidFill>
              <a:latin typeface="Al Bayan Plain" charset="-78"/>
              <a:ea typeface="Al Bayan Plain" charset="-78"/>
              <a:cs typeface="Al Bayan Plain" charset="-78"/>
            </a:endParaRPr>
          </a:p>
          <a:p>
            <a:pPr marL="285750" indent="-285750">
              <a:buFont typeface="Arial" charset="0"/>
              <a:buChar char="•"/>
            </a:pPr>
            <a:endParaRPr lang="en-US" sz="2400" b="1" dirty="0" smtClean="0">
              <a:solidFill>
                <a:schemeClr val="accent1">
                  <a:lumMod val="75000"/>
                </a:schemeClr>
              </a:solidFill>
              <a:latin typeface="Al Bayan Plain" charset="-78"/>
              <a:ea typeface="Al Bayan Plain" charset="-78"/>
              <a:cs typeface="Al Bayan Plain" charset="-78"/>
            </a:endParaRPr>
          </a:p>
          <a:p>
            <a:pPr marL="285750" indent="-285750">
              <a:buFont typeface="Arial" charset="0"/>
              <a:buChar char="•"/>
            </a:pPr>
            <a:endParaRPr lang="en-US" b="1" dirty="0">
              <a:latin typeface="Al Bayan Plain" charset="-78"/>
              <a:ea typeface="Al Bayan Plain" charset="-78"/>
              <a:cs typeface="Al Bayan Plain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7297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6"/>
          <p:cNvSpPr/>
          <p:nvPr/>
        </p:nvSpPr>
        <p:spPr>
          <a:xfrm>
            <a:off x="1924423" y="4169033"/>
            <a:ext cx="1327600" cy="13276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498" name="Google Shape;498;p46"/>
          <p:cNvSpPr txBox="1">
            <a:spLocks noGrp="1"/>
          </p:cNvSpPr>
          <p:nvPr>
            <p:ph type="title"/>
          </p:nvPr>
        </p:nvSpPr>
        <p:spPr>
          <a:xfrm>
            <a:off x="280164" y="556952"/>
            <a:ext cx="4612034" cy="741401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>
                <a:solidFill>
                  <a:schemeClr val="accent1">
                    <a:lumMod val="75000"/>
                  </a:schemeClr>
                </a:solidFill>
              </a:rPr>
              <a:t>Questions to be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answered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99" name="Google Shape;499;p46"/>
          <p:cNvSpPr txBox="1">
            <a:spLocks noGrp="1"/>
          </p:cNvSpPr>
          <p:nvPr>
            <p:ph type="subTitle" idx="1"/>
          </p:nvPr>
        </p:nvSpPr>
        <p:spPr>
          <a:xfrm>
            <a:off x="466158" y="3023590"/>
            <a:ext cx="4063949" cy="1084569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dirty="0"/>
              <a:t>What are the companies that may hire T5 Bootcamp graduates?</a:t>
            </a:r>
          </a:p>
        </p:txBody>
      </p:sp>
      <p:sp>
        <p:nvSpPr>
          <p:cNvPr id="500" name="Google Shape;500;p46"/>
          <p:cNvSpPr/>
          <p:nvPr/>
        </p:nvSpPr>
        <p:spPr>
          <a:xfrm>
            <a:off x="5432189" y="2977167"/>
            <a:ext cx="1327600" cy="13276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501" name="Google Shape;501;p46"/>
          <p:cNvSpPr/>
          <p:nvPr/>
        </p:nvSpPr>
        <p:spPr>
          <a:xfrm>
            <a:off x="8881156" y="3485167"/>
            <a:ext cx="1327600" cy="13276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502" name="Google Shape;502;p46"/>
          <p:cNvSpPr txBox="1">
            <a:spLocks noGrp="1"/>
          </p:cNvSpPr>
          <p:nvPr>
            <p:ph type="title" idx="2"/>
          </p:nvPr>
        </p:nvSpPr>
        <p:spPr>
          <a:xfrm>
            <a:off x="1736427" y="4478368"/>
            <a:ext cx="1703600" cy="763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dirty="0"/>
              <a:t>Q1</a:t>
            </a:r>
          </a:p>
        </p:txBody>
      </p:sp>
      <p:sp>
        <p:nvSpPr>
          <p:cNvPr id="503" name="Google Shape;503;p46"/>
          <p:cNvSpPr txBox="1">
            <a:spLocks noGrp="1"/>
          </p:cNvSpPr>
          <p:nvPr>
            <p:ph type="subTitle" idx="3"/>
          </p:nvPr>
        </p:nvSpPr>
        <p:spPr>
          <a:xfrm>
            <a:off x="4656087" y="1649849"/>
            <a:ext cx="2935093" cy="1285085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dirty="0"/>
              <a:t>What is the peak month of job posting?</a:t>
            </a:r>
          </a:p>
        </p:txBody>
      </p:sp>
      <p:sp>
        <p:nvSpPr>
          <p:cNvPr id="504" name="Google Shape;504;p46"/>
          <p:cNvSpPr txBox="1">
            <a:spLocks noGrp="1"/>
          </p:cNvSpPr>
          <p:nvPr>
            <p:ph type="title" idx="4"/>
          </p:nvPr>
        </p:nvSpPr>
        <p:spPr>
          <a:xfrm>
            <a:off x="5244193" y="3259168"/>
            <a:ext cx="1703600" cy="763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dirty="0"/>
              <a:t>Q2</a:t>
            </a:r>
            <a:endParaRPr dirty="0"/>
          </a:p>
        </p:txBody>
      </p:sp>
      <p:sp>
        <p:nvSpPr>
          <p:cNvPr id="505" name="Google Shape;505;p46"/>
          <p:cNvSpPr txBox="1">
            <a:spLocks noGrp="1"/>
          </p:cNvSpPr>
          <p:nvPr>
            <p:ph type="subTitle" idx="5"/>
          </p:nvPr>
        </p:nvSpPr>
        <p:spPr>
          <a:xfrm>
            <a:off x="8234560" y="2520767"/>
            <a:ext cx="2738400" cy="1246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-US" dirty="0" smtClean="0"/>
              <a:t>What </a:t>
            </a:r>
            <a:r>
              <a:rPr lang="en-US" sz="2000" dirty="0" smtClean="0"/>
              <a:t>is </a:t>
            </a:r>
            <a:r>
              <a:rPr lang="en-US" sz="2000" dirty="0" smtClean="0">
                <a:ea typeface="Al Bayan Plain" charset="-78"/>
                <a:cs typeface="Al Bayan Plain" charset="-78"/>
              </a:rPr>
              <a:t>the direction </a:t>
            </a:r>
            <a:r>
              <a:rPr lang="en-US" sz="2000" dirty="0">
                <a:ea typeface="Al Bayan Plain" charset="-78"/>
                <a:cs typeface="Al Bayan Plain" charset="-78"/>
              </a:rPr>
              <a:t>of the labor </a:t>
            </a:r>
            <a:r>
              <a:rPr lang="en-US" sz="2000" dirty="0" smtClean="0">
                <a:ea typeface="Al Bayan Plain" charset="-78"/>
                <a:cs typeface="Al Bayan Plain" charset="-78"/>
              </a:rPr>
              <a:t>market?</a:t>
            </a:r>
            <a:endParaRPr lang="en-US" sz="2000" dirty="0">
              <a:ea typeface="Al Bayan Plain" charset="-78"/>
              <a:cs typeface="Al Bayan Plain" charset="-78"/>
            </a:endParaRPr>
          </a:p>
          <a:p>
            <a:pPr marL="0" indent="0"/>
            <a:endParaRPr dirty="0"/>
          </a:p>
        </p:txBody>
      </p:sp>
      <p:sp>
        <p:nvSpPr>
          <p:cNvPr id="506" name="Google Shape;506;p46"/>
          <p:cNvSpPr txBox="1">
            <a:spLocks noGrp="1"/>
          </p:cNvSpPr>
          <p:nvPr>
            <p:ph type="title" idx="6"/>
          </p:nvPr>
        </p:nvSpPr>
        <p:spPr>
          <a:xfrm>
            <a:off x="8751960" y="3767167"/>
            <a:ext cx="1703600" cy="763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dirty="0"/>
              <a:t>Q3</a:t>
            </a:r>
            <a:endParaRPr dirty="0"/>
          </a:p>
        </p:txBody>
      </p:sp>
      <p:cxnSp>
        <p:nvCxnSpPr>
          <p:cNvPr id="508" name="Google Shape;508;p46"/>
          <p:cNvCxnSpPr>
            <a:stCxn id="497" idx="4"/>
          </p:cNvCxnSpPr>
          <p:nvPr/>
        </p:nvCxnSpPr>
        <p:spPr>
          <a:xfrm>
            <a:off x="2588223" y="5496633"/>
            <a:ext cx="0" cy="141000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9" name="Google Shape;509;p46"/>
          <p:cNvCxnSpPr>
            <a:stCxn id="500" idx="4"/>
          </p:cNvCxnSpPr>
          <p:nvPr/>
        </p:nvCxnSpPr>
        <p:spPr>
          <a:xfrm>
            <a:off x="6095989" y="4304767"/>
            <a:ext cx="0" cy="260200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0" name="Google Shape;510;p46"/>
          <p:cNvCxnSpPr>
            <a:stCxn id="501" idx="4"/>
          </p:cNvCxnSpPr>
          <p:nvPr/>
        </p:nvCxnSpPr>
        <p:spPr>
          <a:xfrm>
            <a:off x="9544956" y="4812767"/>
            <a:ext cx="0" cy="214960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TextBox 1"/>
          <p:cNvSpPr txBox="1"/>
          <p:nvPr/>
        </p:nvSpPr>
        <p:spPr>
          <a:xfrm>
            <a:off x="4707467" y="8974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8" name="Google Shape;511;p46"/>
          <p:cNvSpPr/>
          <p:nvPr/>
        </p:nvSpPr>
        <p:spPr>
          <a:xfrm>
            <a:off x="-1108085" y="1297862"/>
            <a:ext cx="6857200" cy="101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272433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="" xmlns:a16="http://schemas.microsoft.com/office/drawing/2014/main" id="{0B643736-0605-4261-AD9E-5DC359A13859}"/>
              </a:ext>
            </a:extLst>
          </p:cNvPr>
          <p:cNvSpPr/>
          <p:nvPr/>
        </p:nvSpPr>
        <p:spPr>
          <a:xfrm>
            <a:off x="-817033" y="381084"/>
            <a:ext cx="7400746" cy="92333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5400" dirty="0" smtClean="0">
                <a:solidFill>
                  <a:schemeClr val="bg2">
                    <a:lumMod val="75000"/>
                  </a:schemeClr>
                </a:solidFill>
                <a:latin typeface="+mj-lt"/>
              </a:rPr>
              <a:t>Data gathering</a:t>
            </a:r>
            <a:endParaRPr lang="ko-KR" altLang="en-US" sz="5400" dirty="0">
              <a:solidFill>
                <a:schemeClr val="bg2">
                  <a:lumMod val="75000"/>
                </a:schemeClr>
              </a:solidFill>
              <a:latin typeface="+mj-lt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="" xmlns:a16="http://schemas.microsoft.com/office/drawing/2014/main" id="{225D360C-8C13-4846-A32B-7E34E3A7192B}"/>
              </a:ext>
            </a:extLst>
          </p:cNvPr>
          <p:cNvCxnSpPr/>
          <p:nvPr/>
        </p:nvCxnSpPr>
        <p:spPr>
          <a:xfrm>
            <a:off x="0" y="1566333"/>
            <a:ext cx="12192000" cy="0"/>
          </a:xfrm>
          <a:prstGeom prst="line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="" xmlns:a16="http://schemas.microsoft.com/office/drawing/2014/main" id="{DC2AF1E9-81A5-49F9-B0B6-7506093F0215}"/>
              </a:ext>
            </a:extLst>
          </p:cNvPr>
          <p:cNvCxnSpPr>
            <a:cxnSpLocks/>
          </p:cNvCxnSpPr>
          <p:nvPr/>
        </p:nvCxnSpPr>
        <p:spPr>
          <a:xfrm>
            <a:off x="8515879" y="1566333"/>
            <a:ext cx="0" cy="5291667"/>
          </a:xfrm>
          <a:prstGeom prst="line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6" name="Picture Placeholder 9" descr="/Users/raghadalthunayan/Downloads/transparent-communication-icon-job-icon-linkedin-icon-5dbc3bb6a55c47.7741155515726171426773.png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7" r="987"/>
          <a:stretch>
            <a:fillRect/>
          </a:stretch>
        </p:blipFill>
        <p:spPr bwMode="auto">
          <a:xfrm>
            <a:off x="9326913" y="406400"/>
            <a:ext cx="1913820" cy="2029258"/>
          </a:xfrm>
          <a:prstGeom prst="rect">
            <a:avLst/>
          </a:prstGeom>
          <a:noFill/>
        </p:spPr>
      </p:pic>
      <p:sp>
        <p:nvSpPr>
          <p:cNvPr id="8" name="타원 19">
            <a:extLst>
              <a:ext uri="{FF2B5EF4-FFF2-40B4-BE49-F238E27FC236}">
                <a16:creationId xmlns="" xmlns:a16="http://schemas.microsoft.com/office/drawing/2014/main" id="{3ECAC02A-B9E1-4845-88BF-3EA8708B88E8}"/>
              </a:ext>
            </a:extLst>
          </p:cNvPr>
          <p:cNvSpPr/>
          <p:nvPr/>
        </p:nvSpPr>
        <p:spPr>
          <a:xfrm>
            <a:off x="431979" y="2433119"/>
            <a:ext cx="512995" cy="504971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 cap="flat">
            <a:solidFill>
              <a:srgbClr val="F3F3F3"/>
            </a:solidFill>
            <a:prstDash val="solid"/>
            <a:miter/>
          </a:ln>
          <a:effectLst>
            <a:outerShdw dist="63500" dir="2700000" algn="tl" rotWithShape="0">
              <a:srgbClr val="F3F3F3"/>
            </a:outerShdw>
          </a:effectLst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9" name="타원 19">
            <a:extLst>
              <a:ext uri="{FF2B5EF4-FFF2-40B4-BE49-F238E27FC236}">
                <a16:creationId xmlns="" xmlns:a16="http://schemas.microsoft.com/office/drawing/2014/main" id="{3ECAC02A-B9E1-4845-88BF-3EA8708B88E8}"/>
              </a:ext>
            </a:extLst>
          </p:cNvPr>
          <p:cNvSpPr/>
          <p:nvPr/>
        </p:nvSpPr>
        <p:spPr>
          <a:xfrm>
            <a:off x="431979" y="3473948"/>
            <a:ext cx="512995" cy="504971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 cap="flat">
            <a:solidFill>
              <a:srgbClr val="F3F3F3"/>
            </a:solidFill>
            <a:prstDash val="solid"/>
            <a:miter/>
          </a:ln>
          <a:effectLst>
            <a:outerShdw dist="63500" dir="2700000" algn="tl" rotWithShape="0">
              <a:srgbClr val="F3F3F3"/>
            </a:outerShdw>
          </a:effectLst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3" name="직사각형 13">
            <a:extLst>
              <a:ext uri="{FF2B5EF4-FFF2-40B4-BE49-F238E27FC236}">
                <a16:creationId xmlns="" xmlns:a16="http://schemas.microsoft.com/office/drawing/2014/main" id="{0247038C-3E4A-4498-B6A6-BC6CD1AE7555}"/>
              </a:ext>
            </a:extLst>
          </p:cNvPr>
          <p:cNvSpPr/>
          <p:nvPr/>
        </p:nvSpPr>
        <p:spPr>
          <a:xfrm>
            <a:off x="948267" y="2408345"/>
            <a:ext cx="2709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0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LinkedIn Jobs in Saudi </a:t>
            </a:r>
            <a:endParaRPr lang="en-US" altLang="ko-KR" sz="2000" b="0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D81097B3-7016-4054-A357-7DAB6F9A2FA1}"/>
              </a:ext>
            </a:extLst>
          </p:cNvPr>
          <p:cNvSpPr txBox="1"/>
          <p:nvPr/>
        </p:nvSpPr>
        <p:spPr>
          <a:xfrm>
            <a:off x="724842" y="2734223"/>
            <a:ext cx="3843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just">
              <a:lnSpc>
                <a:spcPct val="150000"/>
              </a:lnSpc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C</a:t>
            </a:r>
            <a:r>
              <a:rPr lang="en-US" sz="1400" dirty="0" smtClean="0">
                <a:solidFill>
                  <a:schemeClr val="bg1">
                    <a:lumMod val="50000"/>
                  </a:schemeClr>
                </a:solidFill>
              </a:rPr>
              <a:t>ollected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by data engineer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Majed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 Al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Hulayel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endParaRPr lang="ko-KR" altLang="en-US" sz="1400" b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직사각형 13">
            <a:extLst>
              <a:ext uri="{FF2B5EF4-FFF2-40B4-BE49-F238E27FC236}">
                <a16:creationId xmlns="" xmlns:a16="http://schemas.microsoft.com/office/drawing/2014/main" id="{0247038C-3E4A-4498-B6A6-BC6CD1AE7555}"/>
              </a:ext>
            </a:extLst>
          </p:cNvPr>
          <p:cNvSpPr/>
          <p:nvPr/>
        </p:nvSpPr>
        <p:spPr>
          <a:xfrm>
            <a:off x="174007" y="3374831"/>
            <a:ext cx="2709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0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Period</a:t>
            </a:r>
            <a:endParaRPr lang="en-US" altLang="ko-KR" sz="2000" b="0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87308" y="3726434"/>
            <a:ext cx="17716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dirty="0" smtClean="0">
                <a:solidFill>
                  <a:schemeClr val="bg1">
                    <a:lumMod val="50000"/>
                  </a:schemeClr>
                </a:solidFill>
              </a:rPr>
              <a:t>Jan 2020 to Nov 2021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9757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>
            <a:extLst>
              <a:ext uri="{FF2B5EF4-FFF2-40B4-BE49-F238E27FC236}">
                <a16:creationId xmlns="" xmlns:a16="http://schemas.microsoft.com/office/drawing/2014/main" id="{E0DA9311-312B-4AB6-9372-7277D1AE03A2}"/>
              </a:ext>
            </a:extLst>
          </p:cNvPr>
          <p:cNvCxnSpPr>
            <a:cxnSpLocks/>
          </p:cNvCxnSpPr>
          <p:nvPr/>
        </p:nvCxnSpPr>
        <p:spPr>
          <a:xfrm>
            <a:off x="-118533" y="1176866"/>
            <a:ext cx="12192000" cy="0"/>
          </a:xfrm>
          <a:prstGeom prst="line">
            <a:avLst/>
          </a:prstGeom>
          <a:ln w="12700">
            <a:solidFill>
              <a:srgbClr val="F3F3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타원 19">
            <a:extLst>
              <a:ext uri="{FF2B5EF4-FFF2-40B4-BE49-F238E27FC236}">
                <a16:creationId xmlns="" xmlns:a16="http://schemas.microsoft.com/office/drawing/2014/main" id="{3ECAC02A-B9E1-4845-88BF-3EA8708B88E8}"/>
              </a:ext>
            </a:extLst>
          </p:cNvPr>
          <p:cNvSpPr/>
          <p:nvPr/>
        </p:nvSpPr>
        <p:spPr>
          <a:xfrm>
            <a:off x="660401" y="564184"/>
            <a:ext cx="508000" cy="471904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 cap="flat">
            <a:solidFill>
              <a:srgbClr val="F3F3F3"/>
            </a:solidFill>
            <a:prstDash val="solid"/>
            <a:miter/>
          </a:ln>
          <a:effectLst>
            <a:outerShdw dist="63500" dir="2700000" algn="tl" rotWithShape="0">
              <a:srgbClr val="F3F3F3"/>
            </a:outerShdw>
          </a:effectLst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96AECA92-3D44-4E02-A54C-BC302C052545}"/>
              </a:ext>
            </a:extLst>
          </p:cNvPr>
          <p:cNvSpPr txBox="1"/>
          <p:nvPr/>
        </p:nvSpPr>
        <p:spPr>
          <a:xfrm>
            <a:off x="1255184" y="509049"/>
            <a:ext cx="32829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2">
                    <a:lumMod val="75000"/>
                  </a:schemeClr>
                </a:solidFill>
              </a:rPr>
              <a:t>Data gathering</a:t>
            </a:r>
            <a:endParaRPr lang="ko-KR" altLang="en-US" sz="3200" dirty="0">
              <a:solidFill>
                <a:schemeClr val="bg2">
                  <a:lumMod val="75000"/>
                </a:schemeClr>
              </a:solidFill>
            </a:endParaRPr>
          </a:p>
          <a:p>
            <a:pPr algn="ctr"/>
            <a:endParaRPr lang="ko-KR" altLang="en-US" sz="2800" dirty="0">
              <a:solidFill>
                <a:schemeClr val="accent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="" xmlns:a16="http://schemas.microsoft.com/office/drawing/2014/main" id="{1E504C04-3878-40E9-B5F4-6F31847389E0}"/>
              </a:ext>
            </a:extLst>
          </p:cNvPr>
          <p:cNvCxnSpPr>
            <a:cxnSpLocks/>
          </p:cNvCxnSpPr>
          <p:nvPr/>
        </p:nvCxnSpPr>
        <p:spPr>
          <a:xfrm>
            <a:off x="0" y="401855"/>
            <a:ext cx="12192000" cy="0"/>
          </a:xfrm>
          <a:prstGeom prst="line">
            <a:avLst/>
          </a:prstGeom>
          <a:ln w="12700">
            <a:solidFill>
              <a:srgbClr val="F3F3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="" xmlns:a16="http://schemas.microsoft.com/office/drawing/2014/main" id="{F2C98143-B56B-45DD-B18E-0F5456CECDAF}"/>
              </a:ext>
            </a:extLst>
          </p:cNvPr>
          <p:cNvCxnSpPr>
            <a:cxnSpLocks/>
          </p:cNvCxnSpPr>
          <p:nvPr/>
        </p:nvCxnSpPr>
        <p:spPr>
          <a:xfrm>
            <a:off x="0" y="6456145"/>
            <a:ext cx="12192000" cy="0"/>
          </a:xfrm>
          <a:prstGeom prst="line">
            <a:avLst/>
          </a:prstGeom>
          <a:ln w="12700">
            <a:solidFill>
              <a:srgbClr val="F3F3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778934" y="1524712"/>
            <a:ext cx="252306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Symbol" charset="2"/>
              <a:buChar char="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charset="0"/>
                <a:ea typeface="Calibri" charset="0"/>
                <a:cs typeface="Times New Roman" charset="0"/>
              </a:rPr>
              <a:t>13 Columns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Times New Roman" charset="0"/>
              <a:ea typeface="Calibri" charset="0"/>
            </a:endParaRPr>
          </a:p>
          <a:p>
            <a:pPr marL="342900" lvl="0" indent="-342900">
              <a:spcAft>
                <a:spcPts val="0"/>
              </a:spcAft>
              <a:buFont typeface="Symbol" charset="2"/>
              <a:buChar char="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charset="0"/>
                <a:ea typeface="Calibri" charset="0"/>
                <a:cs typeface="Times New Roman" charset="0"/>
              </a:rPr>
              <a:t>294762 Rows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effectLst/>
              <a:latin typeface="Times New Roman" charset="0"/>
              <a:ea typeface="Calibri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35" y="2717400"/>
            <a:ext cx="6910482" cy="291484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9017" y="2717400"/>
            <a:ext cx="4995334" cy="291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447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직선 연결선 30">
            <a:extLst>
              <a:ext uri="{FF2B5EF4-FFF2-40B4-BE49-F238E27FC236}">
                <a16:creationId xmlns="" xmlns:a16="http://schemas.microsoft.com/office/drawing/2014/main" id="{AA67D61A-9724-4918-B869-786E5A38B6C9}"/>
              </a:ext>
            </a:extLst>
          </p:cNvPr>
          <p:cNvCxnSpPr>
            <a:cxnSpLocks/>
          </p:cNvCxnSpPr>
          <p:nvPr/>
        </p:nvCxnSpPr>
        <p:spPr>
          <a:xfrm>
            <a:off x="2873107" y="3935631"/>
            <a:ext cx="1123160" cy="0"/>
          </a:xfrm>
          <a:prstGeom prst="line">
            <a:avLst/>
          </a:prstGeom>
          <a:ln w="12700">
            <a:solidFill>
              <a:srgbClr val="2725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타원 45">
            <a:extLst>
              <a:ext uri="{FF2B5EF4-FFF2-40B4-BE49-F238E27FC236}">
                <a16:creationId xmlns="" xmlns:a16="http://schemas.microsoft.com/office/drawing/2014/main" id="{2EBE4FFE-CA3A-457F-95EC-ED84ED96342F}"/>
              </a:ext>
            </a:extLst>
          </p:cNvPr>
          <p:cNvSpPr/>
          <p:nvPr/>
        </p:nvSpPr>
        <p:spPr>
          <a:xfrm>
            <a:off x="3792920" y="3016138"/>
            <a:ext cx="1740615" cy="1740615"/>
          </a:xfrm>
          <a:prstGeom prst="ellipse">
            <a:avLst/>
          </a:prstGeom>
          <a:solidFill>
            <a:schemeClr val="bg2"/>
          </a:solidFill>
          <a:ln w="12700" cap="flat">
            <a:solidFill>
              <a:srgbClr val="455FFF"/>
            </a:solidFill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</a:rPr>
              <a:t>C</a:t>
            </a:r>
            <a:r>
              <a:rPr lang="en-US" altLang="ko-KR" b="1" dirty="0" smtClean="0">
                <a:solidFill>
                  <a:schemeClr val="accent1">
                    <a:lumMod val="75000"/>
                  </a:schemeClr>
                </a:solidFill>
              </a:rPr>
              <a:t>olumns not 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</a:rPr>
              <a:t>helpful</a:t>
            </a:r>
            <a:endParaRPr lang="ko-KR" alt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50" name="직선 연결선 49">
            <a:extLst>
              <a:ext uri="{FF2B5EF4-FFF2-40B4-BE49-F238E27FC236}">
                <a16:creationId xmlns="" xmlns:a16="http://schemas.microsoft.com/office/drawing/2014/main" id="{FE3FD8C0-2A0F-45BC-9515-07973AA9D949}"/>
              </a:ext>
            </a:extLst>
          </p:cNvPr>
          <p:cNvCxnSpPr>
            <a:cxnSpLocks/>
          </p:cNvCxnSpPr>
          <p:nvPr/>
        </p:nvCxnSpPr>
        <p:spPr>
          <a:xfrm>
            <a:off x="5661760" y="3886446"/>
            <a:ext cx="730909" cy="1"/>
          </a:xfrm>
          <a:prstGeom prst="line">
            <a:avLst/>
          </a:prstGeom>
          <a:ln w="12700">
            <a:solidFill>
              <a:srgbClr val="2725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="" xmlns:a16="http://schemas.microsoft.com/office/drawing/2014/main" id="{FFFC6D90-CB4A-4AC6-8C36-67B1388CF545}"/>
              </a:ext>
            </a:extLst>
          </p:cNvPr>
          <p:cNvCxnSpPr>
            <a:cxnSpLocks/>
            <a:stCxn id="46" idx="6"/>
          </p:cNvCxnSpPr>
          <p:nvPr/>
        </p:nvCxnSpPr>
        <p:spPr>
          <a:xfrm flipV="1">
            <a:off x="5533535" y="3886445"/>
            <a:ext cx="814097" cy="1"/>
          </a:xfrm>
          <a:prstGeom prst="line">
            <a:avLst/>
          </a:prstGeom>
          <a:ln w="12700">
            <a:solidFill>
              <a:srgbClr val="2725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="" xmlns:a16="http://schemas.microsoft.com/office/drawing/2014/main" id="{F57F64DC-85FF-414B-8820-E970C8998A1B}"/>
              </a:ext>
            </a:extLst>
          </p:cNvPr>
          <p:cNvCxnSpPr>
            <a:cxnSpLocks/>
          </p:cNvCxnSpPr>
          <p:nvPr/>
        </p:nvCxnSpPr>
        <p:spPr>
          <a:xfrm>
            <a:off x="0" y="1189255"/>
            <a:ext cx="12192000" cy="0"/>
          </a:xfrm>
          <a:prstGeom prst="line">
            <a:avLst/>
          </a:prstGeom>
          <a:ln w="12700">
            <a:solidFill>
              <a:srgbClr val="2725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6FCF411C-937A-4796-88C2-AFBEFFF5568E}"/>
              </a:ext>
            </a:extLst>
          </p:cNvPr>
          <p:cNvSpPr txBox="1"/>
          <p:nvPr/>
        </p:nvSpPr>
        <p:spPr>
          <a:xfrm>
            <a:off x="340645" y="318948"/>
            <a:ext cx="9931400" cy="707886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>
            <a:defPPr>
              <a:defRPr lang="ko-KR"/>
            </a:defPPr>
            <a:lvl1pPr>
              <a:defRPr sz="2800">
                <a:solidFill>
                  <a:srgbClr val="455FFF"/>
                </a:solidFill>
                <a:latin typeface="+mj-lt"/>
              </a:defRPr>
            </a:lvl1pPr>
          </a:lstStyle>
          <a:p>
            <a:pPr lvl="0"/>
            <a:r>
              <a:rPr lang="en" sz="4000" dirty="0">
                <a:solidFill>
                  <a:schemeClr val="accent1">
                    <a:lumMod val="50000"/>
                  </a:schemeClr>
                </a:solidFill>
              </a:rPr>
              <a:t>Data assessing &amp;cleaning</a:t>
            </a:r>
          </a:p>
        </p:txBody>
      </p:sp>
      <p:sp>
        <p:nvSpPr>
          <p:cNvPr id="27" name="타원 45">
            <a:extLst>
              <a:ext uri="{FF2B5EF4-FFF2-40B4-BE49-F238E27FC236}">
                <a16:creationId xmlns="" xmlns:a16="http://schemas.microsoft.com/office/drawing/2014/main" id="{2EBE4FFE-CA3A-457F-95EC-ED84ED96342F}"/>
              </a:ext>
            </a:extLst>
          </p:cNvPr>
          <p:cNvSpPr/>
          <p:nvPr/>
        </p:nvSpPr>
        <p:spPr>
          <a:xfrm>
            <a:off x="6401128" y="3016138"/>
            <a:ext cx="1740615" cy="1740615"/>
          </a:xfrm>
          <a:prstGeom prst="ellipse">
            <a:avLst/>
          </a:prstGeom>
          <a:solidFill>
            <a:schemeClr val="bg2"/>
          </a:solidFill>
          <a:ln w="12700" cap="flat">
            <a:solidFill>
              <a:srgbClr val="455FFF"/>
            </a:solidFill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b="1" dirty="0" smtClean="0">
                <a:solidFill>
                  <a:schemeClr val="accent1">
                    <a:lumMod val="75000"/>
                  </a:schemeClr>
                </a:solidFill>
              </a:rPr>
              <a:t>Same meaning columns</a:t>
            </a:r>
            <a:endParaRPr lang="ko-KR" alt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6" name="타원 45">
            <a:extLst>
              <a:ext uri="{FF2B5EF4-FFF2-40B4-BE49-F238E27FC236}">
                <a16:creationId xmlns="" xmlns:a16="http://schemas.microsoft.com/office/drawing/2014/main" id="{2EBE4FFE-CA3A-457F-95EC-ED84ED96342F}"/>
              </a:ext>
            </a:extLst>
          </p:cNvPr>
          <p:cNvSpPr/>
          <p:nvPr/>
        </p:nvSpPr>
        <p:spPr>
          <a:xfrm>
            <a:off x="1400747" y="3016138"/>
            <a:ext cx="1740615" cy="1740615"/>
          </a:xfrm>
          <a:prstGeom prst="ellipse">
            <a:avLst/>
          </a:prstGeom>
          <a:solidFill>
            <a:schemeClr val="bg2"/>
          </a:solidFill>
          <a:ln w="12700" cap="flat">
            <a:solidFill>
              <a:srgbClr val="455FFF"/>
            </a:solidFill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b="1" dirty="0" smtClean="0">
                <a:solidFill>
                  <a:schemeClr val="accent1">
                    <a:lumMod val="75000"/>
                  </a:schemeClr>
                </a:solidFill>
              </a:rPr>
              <a:t>Null Values</a:t>
            </a:r>
            <a:endParaRPr lang="ko-KR" alt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" name="타원 45">
            <a:extLst>
              <a:ext uri="{FF2B5EF4-FFF2-40B4-BE49-F238E27FC236}">
                <a16:creationId xmlns="" xmlns:a16="http://schemas.microsoft.com/office/drawing/2014/main" id="{2EBE4FFE-CA3A-457F-95EC-ED84ED96342F}"/>
              </a:ext>
            </a:extLst>
          </p:cNvPr>
          <p:cNvSpPr/>
          <p:nvPr/>
        </p:nvSpPr>
        <p:spPr>
          <a:xfrm>
            <a:off x="8978186" y="3016138"/>
            <a:ext cx="1740615" cy="1740615"/>
          </a:xfrm>
          <a:prstGeom prst="ellipse">
            <a:avLst/>
          </a:prstGeom>
          <a:solidFill>
            <a:schemeClr val="bg2"/>
          </a:solidFill>
          <a:ln w="12700" cap="flat">
            <a:solidFill>
              <a:srgbClr val="455FFF"/>
            </a:solidFill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cs typeface="Arial" panose="020B0604020202020204" pitchFamily="34" charset="0"/>
              </a:rPr>
              <a:t>Inconsistent values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cs typeface="Arial" panose="020B0604020202020204" pitchFamily="34" charset="0"/>
            </a:endParaRPr>
          </a:p>
        </p:txBody>
      </p:sp>
      <p:cxnSp>
        <p:nvCxnSpPr>
          <p:cNvPr id="18" name="직선 연결선 50">
            <a:extLst>
              <a:ext uri="{FF2B5EF4-FFF2-40B4-BE49-F238E27FC236}">
                <a16:creationId xmlns="" xmlns:a16="http://schemas.microsoft.com/office/drawing/2014/main" id="{FFFC6D90-CB4A-4AC6-8C36-67B1388CF545}"/>
              </a:ext>
            </a:extLst>
          </p:cNvPr>
          <p:cNvCxnSpPr>
            <a:cxnSpLocks/>
          </p:cNvCxnSpPr>
          <p:nvPr/>
        </p:nvCxnSpPr>
        <p:spPr>
          <a:xfrm flipV="1">
            <a:off x="8150202" y="3935630"/>
            <a:ext cx="814097" cy="1"/>
          </a:xfrm>
          <a:prstGeom prst="line">
            <a:avLst/>
          </a:prstGeom>
          <a:ln w="12700">
            <a:solidFill>
              <a:srgbClr val="2725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5218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>
            <a:extLst>
              <a:ext uri="{FF2B5EF4-FFF2-40B4-BE49-F238E27FC236}">
                <a16:creationId xmlns="" xmlns:a16="http://schemas.microsoft.com/office/drawing/2014/main" id="{E0DA9311-312B-4AB6-9372-7277D1AE03A2}"/>
              </a:ext>
            </a:extLst>
          </p:cNvPr>
          <p:cNvCxnSpPr>
            <a:cxnSpLocks/>
          </p:cNvCxnSpPr>
          <p:nvPr/>
        </p:nvCxnSpPr>
        <p:spPr>
          <a:xfrm>
            <a:off x="-118533" y="1176866"/>
            <a:ext cx="12192000" cy="0"/>
          </a:xfrm>
          <a:prstGeom prst="line">
            <a:avLst/>
          </a:prstGeom>
          <a:ln w="12700">
            <a:solidFill>
              <a:srgbClr val="F3F3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타원 19">
            <a:extLst>
              <a:ext uri="{FF2B5EF4-FFF2-40B4-BE49-F238E27FC236}">
                <a16:creationId xmlns="" xmlns:a16="http://schemas.microsoft.com/office/drawing/2014/main" id="{3ECAC02A-B9E1-4845-88BF-3EA8708B88E8}"/>
              </a:ext>
            </a:extLst>
          </p:cNvPr>
          <p:cNvSpPr/>
          <p:nvPr/>
        </p:nvSpPr>
        <p:spPr>
          <a:xfrm>
            <a:off x="660401" y="564184"/>
            <a:ext cx="508000" cy="471904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 cap="flat">
            <a:solidFill>
              <a:srgbClr val="F3F3F3"/>
            </a:solidFill>
            <a:prstDash val="solid"/>
            <a:miter/>
          </a:ln>
          <a:effectLst>
            <a:outerShdw dist="63500" dir="2700000" algn="tl" rotWithShape="0">
              <a:srgbClr val="F3F3F3"/>
            </a:outerShdw>
          </a:effectLst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96AECA92-3D44-4E02-A54C-BC302C052545}"/>
              </a:ext>
            </a:extLst>
          </p:cNvPr>
          <p:cNvSpPr txBox="1"/>
          <p:nvPr/>
        </p:nvSpPr>
        <p:spPr>
          <a:xfrm>
            <a:off x="1255184" y="509049"/>
            <a:ext cx="49652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accent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#</a:t>
            </a:r>
            <a:r>
              <a:rPr lang="en-US" altLang="ko-KR" sz="2800" dirty="0" err="1">
                <a:solidFill>
                  <a:schemeClr val="accent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Visulaization</a:t>
            </a:r>
            <a:r>
              <a:rPr lang="en-US" altLang="ko-KR" sz="2800" dirty="0">
                <a:solidFill>
                  <a:schemeClr val="accent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 of missing values</a:t>
            </a:r>
            <a:endParaRPr lang="ko-KR" altLang="en-US" sz="2800" dirty="0">
              <a:solidFill>
                <a:schemeClr val="accent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="" xmlns:a16="http://schemas.microsoft.com/office/drawing/2014/main" id="{1E504C04-3878-40E9-B5F4-6F31847389E0}"/>
              </a:ext>
            </a:extLst>
          </p:cNvPr>
          <p:cNvCxnSpPr>
            <a:cxnSpLocks/>
          </p:cNvCxnSpPr>
          <p:nvPr/>
        </p:nvCxnSpPr>
        <p:spPr>
          <a:xfrm>
            <a:off x="0" y="401855"/>
            <a:ext cx="12192000" cy="0"/>
          </a:xfrm>
          <a:prstGeom prst="line">
            <a:avLst/>
          </a:prstGeom>
          <a:ln w="12700">
            <a:solidFill>
              <a:srgbClr val="F3F3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="" xmlns:a16="http://schemas.microsoft.com/office/drawing/2014/main" id="{F2C98143-B56B-45DD-B18E-0F5456CECDAF}"/>
              </a:ext>
            </a:extLst>
          </p:cNvPr>
          <p:cNvCxnSpPr>
            <a:cxnSpLocks/>
          </p:cNvCxnSpPr>
          <p:nvPr/>
        </p:nvCxnSpPr>
        <p:spPr>
          <a:xfrm>
            <a:off x="0" y="6456145"/>
            <a:ext cx="12192000" cy="0"/>
          </a:xfrm>
          <a:prstGeom prst="line">
            <a:avLst/>
          </a:prstGeom>
          <a:ln w="12700">
            <a:solidFill>
              <a:srgbClr val="F3F3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711" y="1951877"/>
            <a:ext cx="5627751" cy="4702881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2913076" y="1433567"/>
            <a:ext cx="562775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Al Bayan Plain" charset="-78"/>
                <a:ea typeface="Al Bayan Plain" charset="-78"/>
                <a:cs typeface="Al Bayan Plain" charset="-78"/>
              </a:rPr>
              <a:t>Drop all rows that have null values</a:t>
            </a:r>
            <a:endParaRPr lang="en-US" sz="2800" b="1" dirty="0" smtClean="0">
              <a:solidFill>
                <a:schemeClr val="accent1">
                  <a:lumMod val="75000"/>
                </a:schemeClr>
              </a:solidFill>
              <a:latin typeface="Al Bayan Plain" charset="-78"/>
              <a:ea typeface="Al Bayan Plain" charset="-78"/>
              <a:cs typeface="Al Bayan Plain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2591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>
            <a:extLst>
              <a:ext uri="{FF2B5EF4-FFF2-40B4-BE49-F238E27FC236}">
                <a16:creationId xmlns="" xmlns:a16="http://schemas.microsoft.com/office/drawing/2014/main" id="{E0DA9311-312B-4AB6-9372-7277D1AE03A2}"/>
              </a:ext>
            </a:extLst>
          </p:cNvPr>
          <p:cNvCxnSpPr>
            <a:cxnSpLocks/>
          </p:cNvCxnSpPr>
          <p:nvPr/>
        </p:nvCxnSpPr>
        <p:spPr>
          <a:xfrm>
            <a:off x="-118533" y="1176866"/>
            <a:ext cx="12192000" cy="0"/>
          </a:xfrm>
          <a:prstGeom prst="line">
            <a:avLst/>
          </a:prstGeom>
          <a:ln w="12700">
            <a:solidFill>
              <a:srgbClr val="F3F3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타원 19">
            <a:extLst>
              <a:ext uri="{FF2B5EF4-FFF2-40B4-BE49-F238E27FC236}">
                <a16:creationId xmlns="" xmlns:a16="http://schemas.microsoft.com/office/drawing/2014/main" id="{3ECAC02A-B9E1-4845-88BF-3EA8708B88E8}"/>
              </a:ext>
            </a:extLst>
          </p:cNvPr>
          <p:cNvSpPr/>
          <p:nvPr/>
        </p:nvSpPr>
        <p:spPr>
          <a:xfrm>
            <a:off x="660401" y="564184"/>
            <a:ext cx="508000" cy="471904"/>
          </a:xfrm>
          <a:prstGeom prst="ellipse">
            <a:avLst/>
          </a:prstGeom>
          <a:solidFill>
            <a:schemeClr val="bg1"/>
          </a:solidFill>
          <a:ln w="12700" cap="flat">
            <a:solidFill>
              <a:srgbClr val="F3F3F3"/>
            </a:solidFill>
            <a:prstDash val="solid"/>
            <a:miter/>
          </a:ln>
          <a:effectLst>
            <a:outerShdw dist="63500" dir="2700000" algn="tl" rotWithShape="0">
              <a:srgbClr val="F3F3F3"/>
            </a:outerShdw>
          </a:effectLst>
        </p:spPr>
        <p:txBody>
          <a:bodyPr rtlCol="0" anchor="ctr"/>
          <a:lstStyle/>
          <a:p>
            <a:pPr algn="l"/>
            <a:endParaRPr lang="ko-KR" altLang="en-US">
              <a:solidFill>
                <a:schemeClr val="bg2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96AECA92-3D44-4E02-A54C-BC302C052545}"/>
              </a:ext>
            </a:extLst>
          </p:cNvPr>
          <p:cNvSpPr txBox="1"/>
          <p:nvPr/>
        </p:nvSpPr>
        <p:spPr>
          <a:xfrm>
            <a:off x="1255184" y="509049"/>
            <a:ext cx="544669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 smtClean="0">
                <a:solidFill>
                  <a:schemeClr val="bg1"/>
                </a:solidFill>
              </a:rPr>
              <a:t>Remove </a:t>
            </a:r>
            <a:r>
              <a:rPr lang="en-US" altLang="ko-KR" sz="3200" dirty="0">
                <a:solidFill>
                  <a:schemeClr val="bg1"/>
                </a:solidFill>
              </a:rPr>
              <a:t>Columns not helpful</a:t>
            </a:r>
            <a:endParaRPr lang="ko-KR" altLang="en-US" sz="3200" dirty="0">
              <a:solidFill>
                <a:schemeClr val="bg1"/>
              </a:solidFill>
            </a:endParaRPr>
          </a:p>
          <a:p>
            <a:pPr algn="ctr"/>
            <a:endParaRPr lang="ko-KR" altLang="en-US" sz="3200" dirty="0">
              <a:solidFill>
                <a:schemeClr val="bg2"/>
              </a:solidFill>
            </a:endParaRPr>
          </a:p>
          <a:p>
            <a:pPr algn="ctr"/>
            <a:endParaRPr lang="ko-KR" altLang="en-US" sz="2800" dirty="0">
              <a:solidFill>
                <a:schemeClr val="accent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="" xmlns:a16="http://schemas.microsoft.com/office/drawing/2014/main" id="{1E504C04-3878-40E9-B5F4-6F31847389E0}"/>
              </a:ext>
            </a:extLst>
          </p:cNvPr>
          <p:cNvCxnSpPr>
            <a:cxnSpLocks/>
          </p:cNvCxnSpPr>
          <p:nvPr/>
        </p:nvCxnSpPr>
        <p:spPr>
          <a:xfrm>
            <a:off x="0" y="401855"/>
            <a:ext cx="12192000" cy="0"/>
          </a:xfrm>
          <a:prstGeom prst="line">
            <a:avLst/>
          </a:prstGeom>
          <a:ln w="12700">
            <a:solidFill>
              <a:srgbClr val="F3F3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="" xmlns:a16="http://schemas.microsoft.com/office/drawing/2014/main" id="{F2C98143-B56B-45DD-B18E-0F5456CECDAF}"/>
              </a:ext>
            </a:extLst>
          </p:cNvPr>
          <p:cNvCxnSpPr>
            <a:cxnSpLocks/>
          </p:cNvCxnSpPr>
          <p:nvPr/>
        </p:nvCxnSpPr>
        <p:spPr>
          <a:xfrm>
            <a:off x="0" y="6456145"/>
            <a:ext cx="12192000" cy="0"/>
          </a:xfrm>
          <a:prstGeom prst="line">
            <a:avLst/>
          </a:prstGeom>
          <a:ln w="12700">
            <a:solidFill>
              <a:srgbClr val="F3F3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35" y="2717400"/>
            <a:ext cx="6910482" cy="291484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9017" y="2717400"/>
            <a:ext cx="4995334" cy="291484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29467" y="18118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Rounded Rectangle 2"/>
          <p:cNvSpPr/>
          <p:nvPr/>
        </p:nvSpPr>
        <p:spPr>
          <a:xfrm>
            <a:off x="6264000" y="2435523"/>
            <a:ext cx="5030533" cy="612648"/>
          </a:xfrm>
          <a:prstGeom prst="roundRect">
            <a:avLst/>
          </a:prstGeom>
          <a:noFill/>
          <a:ln cap="sq">
            <a:solidFill>
              <a:schemeClr val="tx1"/>
            </a:solidFill>
            <a:round/>
          </a:ln>
          <a:effectLst>
            <a:outerShdw blurRad="444500" dist="1308100" dir="13380000" sx="123000" sy="123000" algn="tl" rotWithShape="0">
              <a:schemeClr val="accent4">
                <a:alpha val="0"/>
              </a:schemeClr>
            </a:outerShdw>
            <a:reflection blurRad="508000" stA="77000" endPos="65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 smtClean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057169" y="1894475"/>
            <a:ext cx="12118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000" b="1" dirty="0" smtClean="0">
                <a:solidFill>
                  <a:schemeClr val="bg1"/>
                </a:solidFill>
                <a:latin typeface="Times New Roman" charset="0"/>
                <a:ea typeface="Calibri" charset="0"/>
                <a:cs typeface="Times New Roman" charset="0"/>
              </a:rPr>
              <a:t>Remove </a:t>
            </a:r>
            <a:endParaRPr lang="en-US" sz="2000" b="1" dirty="0">
              <a:solidFill>
                <a:schemeClr val="bg1"/>
              </a:solidFill>
              <a:effectLst/>
              <a:latin typeface="Times New Roman" charset="0"/>
              <a:ea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2365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>
            <a:extLst>
              <a:ext uri="{FF2B5EF4-FFF2-40B4-BE49-F238E27FC236}">
                <a16:creationId xmlns="" xmlns:a16="http://schemas.microsoft.com/office/drawing/2014/main" id="{E0DA9311-312B-4AB6-9372-7277D1AE03A2}"/>
              </a:ext>
            </a:extLst>
          </p:cNvPr>
          <p:cNvCxnSpPr>
            <a:cxnSpLocks/>
          </p:cNvCxnSpPr>
          <p:nvPr/>
        </p:nvCxnSpPr>
        <p:spPr>
          <a:xfrm>
            <a:off x="-118533" y="1176866"/>
            <a:ext cx="12192000" cy="0"/>
          </a:xfrm>
          <a:prstGeom prst="line">
            <a:avLst/>
          </a:prstGeom>
          <a:ln w="12700">
            <a:solidFill>
              <a:srgbClr val="F3F3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타원 19">
            <a:extLst>
              <a:ext uri="{FF2B5EF4-FFF2-40B4-BE49-F238E27FC236}">
                <a16:creationId xmlns="" xmlns:a16="http://schemas.microsoft.com/office/drawing/2014/main" id="{3ECAC02A-B9E1-4845-88BF-3EA8708B88E8}"/>
              </a:ext>
            </a:extLst>
          </p:cNvPr>
          <p:cNvSpPr/>
          <p:nvPr/>
        </p:nvSpPr>
        <p:spPr>
          <a:xfrm>
            <a:off x="660401" y="564184"/>
            <a:ext cx="508000" cy="471904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 cap="flat">
            <a:solidFill>
              <a:srgbClr val="F3F3F3"/>
            </a:solidFill>
            <a:prstDash val="solid"/>
            <a:miter/>
          </a:ln>
          <a:effectLst>
            <a:outerShdw dist="63500" dir="2700000" algn="tl" rotWithShape="0">
              <a:srgbClr val="F3F3F3"/>
            </a:outerShdw>
          </a:effectLst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96AECA92-3D44-4E02-A54C-BC302C052545}"/>
              </a:ext>
            </a:extLst>
          </p:cNvPr>
          <p:cNvSpPr txBox="1"/>
          <p:nvPr/>
        </p:nvSpPr>
        <p:spPr>
          <a:xfrm>
            <a:off x="1235722" y="501313"/>
            <a:ext cx="41168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Merging two columns</a:t>
            </a:r>
            <a:endParaRPr lang="ko-KR" altLang="en-US" sz="2800" dirty="0">
              <a:solidFill>
                <a:schemeClr val="accent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="" xmlns:a16="http://schemas.microsoft.com/office/drawing/2014/main" id="{1E504C04-3878-40E9-B5F4-6F31847389E0}"/>
              </a:ext>
            </a:extLst>
          </p:cNvPr>
          <p:cNvCxnSpPr>
            <a:cxnSpLocks/>
          </p:cNvCxnSpPr>
          <p:nvPr/>
        </p:nvCxnSpPr>
        <p:spPr>
          <a:xfrm>
            <a:off x="0" y="401855"/>
            <a:ext cx="12192000" cy="0"/>
          </a:xfrm>
          <a:prstGeom prst="line">
            <a:avLst/>
          </a:prstGeom>
          <a:ln w="12700">
            <a:solidFill>
              <a:srgbClr val="F3F3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="" xmlns:a16="http://schemas.microsoft.com/office/drawing/2014/main" id="{F2C98143-B56B-45DD-B18E-0F5456CECDAF}"/>
              </a:ext>
            </a:extLst>
          </p:cNvPr>
          <p:cNvCxnSpPr>
            <a:cxnSpLocks/>
          </p:cNvCxnSpPr>
          <p:nvPr/>
        </p:nvCxnSpPr>
        <p:spPr>
          <a:xfrm>
            <a:off x="0" y="6456145"/>
            <a:ext cx="12192000" cy="0"/>
          </a:xfrm>
          <a:prstGeom prst="line">
            <a:avLst/>
          </a:prstGeom>
          <a:ln w="12700">
            <a:solidFill>
              <a:srgbClr val="F3F3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298126" y="1625065"/>
            <a:ext cx="43091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accent1">
                    <a:lumMod val="75000"/>
                  </a:schemeClr>
                </a:solidFill>
              </a:rPr>
              <a:t>Same meaning columns</a:t>
            </a:r>
            <a:endParaRPr lang="ko-KR" alt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47466" y="2514089"/>
            <a:ext cx="11753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/>
              <a:t>position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824866" y="2405366"/>
            <a:ext cx="50687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chemeClr val="accent1">
                    <a:lumMod val="75000"/>
                  </a:schemeClr>
                </a:solidFill>
              </a:rPr>
              <a:t>+</a:t>
            </a:r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851710" y="2524073"/>
            <a:ext cx="17556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/>
              <a:t>job_function</a:t>
            </a:r>
            <a:endParaRPr lang="en-US" sz="2400" dirty="0"/>
          </a:p>
        </p:txBody>
      </p:sp>
      <p:sp>
        <p:nvSpPr>
          <p:cNvPr id="19" name="Rectangle 18"/>
          <p:cNvSpPr/>
          <p:nvPr/>
        </p:nvSpPr>
        <p:spPr>
          <a:xfrm>
            <a:off x="6615841" y="2376592"/>
            <a:ext cx="50687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accent1">
                    <a:lumMod val="75000"/>
                  </a:schemeClr>
                </a:solidFill>
              </a:rPr>
              <a:t>=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76388" y="1659489"/>
            <a:ext cx="24641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</a:rPr>
              <a:t>New</a:t>
            </a:r>
            <a:r>
              <a:rPr lang="en-US" sz="3200" b="1" dirty="0" smtClean="0"/>
              <a:t> 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column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25229" y="2535930"/>
            <a:ext cx="15664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/>
              <a:t>department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868919" y="4630810"/>
            <a:ext cx="13324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'Accountant</a:t>
            </a:r>
            <a:r>
              <a:rPr lang="en-US" dirty="0" smtClean="0"/>
              <a:t>'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3706132" y="4630810"/>
            <a:ext cx="24921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'Accounting/Auditing'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577514" y="4630810"/>
            <a:ext cx="12618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Accounting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1298126" y="3303277"/>
            <a:ext cx="501755" cy="962431"/>
          </a:xfrm>
          <a:prstGeom prst="downArrow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50800" dist="762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dirty="0" smtClean="0">
              <a:solidFill>
                <a:srgbClr val="272525"/>
              </a:solidFill>
              <a:latin typeface="+mj-lt"/>
            </a:endParaRPr>
          </a:p>
        </p:txBody>
      </p:sp>
      <p:sp>
        <p:nvSpPr>
          <p:cNvPr id="27" name="Down Arrow 26"/>
          <p:cNvSpPr/>
          <p:nvPr/>
        </p:nvSpPr>
        <p:spPr>
          <a:xfrm>
            <a:off x="4534678" y="3303276"/>
            <a:ext cx="485436" cy="962431"/>
          </a:xfrm>
          <a:prstGeom prst="downArrow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50800" dist="762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dirty="0" smtClean="0">
              <a:solidFill>
                <a:srgbClr val="272525"/>
              </a:solidFill>
              <a:latin typeface="+mj-lt"/>
            </a:endParaRPr>
          </a:p>
        </p:txBody>
      </p:sp>
      <p:sp>
        <p:nvSpPr>
          <p:cNvPr id="28" name="Down Arrow 27"/>
          <p:cNvSpPr/>
          <p:nvPr/>
        </p:nvSpPr>
        <p:spPr>
          <a:xfrm>
            <a:off x="8901404" y="3347241"/>
            <a:ext cx="441702" cy="918465"/>
          </a:xfrm>
          <a:prstGeom prst="downArrow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50800" dist="762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dirty="0" smtClean="0">
              <a:solidFill>
                <a:srgbClr val="272525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4865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14" grpId="0"/>
      <p:bldP spid="16" grpId="0"/>
      <p:bldP spid="17" grpId="0"/>
      <p:bldP spid="21" grpId="0"/>
      <p:bldP spid="24" grpId="0" animBg="1"/>
      <p:bldP spid="27" grpId="0" animBg="1"/>
      <p:bldP spid="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64667" y="2344667"/>
            <a:ext cx="2016523" cy="662213"/>
          </a:xfrm>
          <a:prstGeom prst="rect">
            <a:avLst/>
          </a:prstGeom>
          <a:solidFill>
            <a:schemeClr val="bg1"/>
          </a:solidFill>
          <a:ln cmpd="tri">
            <a:solidFill>
              <a:schemeClr val="bg2"/>
            </a:solidFill>
          </a:ln>
          <a:effectLst>
            <a:outerShdw dist="63500" dir="2700000" algn="tl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dirty="0" smtClean="0">
              <a:solidFill>
                <a:srgbClr val="272525"/>
              </a:solidFill>
              <a:latin typeface="+mj-lt"/>
            </a:endParaRPr>
          </a:p>
        </p:txBody>
      </p:sp>
      <p:sp useBgFill="1">
        <p:nvSpPr>
          <p:cNvPr id="5" name="Rectangle 4"/>
          <p:cNvSpPr/>
          <p:nvPr/>
        </p:nvSpPr>
        <p:spPr>
          <a:xfrm>
            <a:off x="1380846" y="2528174"/>
            <a:ext cx="9841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NULL</a:t>
            </a:r>
            <a:endParaRPr lang="en-US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="" xmlns:a16="http://schemas.microsoft.com/office/drawing/2014/main" id="{E0DA9311-312B-4AB6-9372-7277D1AE03A2}"/>
              </a:ext>
            </a:extLst>
          </p:cNvPr>
          <p:cNvCxnSpPr>
            <a:cxnSpLocks/>
          </p:cNvCxnSpPr>
          <p:nvPr/>
        </p:nvCxnSpPr>
        <p:spPr>
          <a:xfrm>
            <a:off x="-118533" y="1176866"/>
            <a:ext cx="12192000" cy="0"/>
          </a:xfrm>
          <a:prstGeom prst="line">
            <a:avLst/>
          </a:prstGeom>
          <a:ln w="12700">
            <a:solidFill>
              <a:srgbClr val="F3F3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타원 19">
            <a:extLst>
              <a:ext uri="{FF2B5EF4-FFF2-40B4-BE49-F238E27FC236}">
                <a16:creationId xmlns="" xmlns:a16="http://schemas.microsoft.com/office/drawing/2014/main" id="{3ECAC02A-B9E1-4845-88BF-3EA8708B88E8}"/>
              </a:ext>
            </a:extLst>
          </p:cNvPr>
          <p:cNvSpPr/>
          <p:nvPr/>
        </p:nvSpPr>
        <p:spPr>
          <a:xfrm>
            <a:off x="660401" y="564184"/>
            <a:ext cx="508000" cy="471904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 cap="flat">
            <a:solidFill>
              <a:srgbClr val="F3F3F3"/>
            </a:solidFill>
            <a:prstDash val="solid"/>
            <a:miter/>
          </a:ln>
          <a:effectLst>
            <a:outerShdw dist="63500" dir="2700000" algn="tl" rotWithShape="0">
              <a:srgbClr val="F3F3F3"/>
            </a:outerShdw>
          </a:effectLst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96AECA92-3D44-4E02-A54C-BC302C052545}"/>
              </a:ext>
            </a:extLst>
          </p:cNvPr>
          <p:cNvSpPr txBox="1"/>
          <p:nvPr/>
        </p:nvSpPr>
        <p:spPr>
          <a:xfrm>
            <a:off x="1255184" y="509049"/>
            <a:ext cx="49652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accent1">
                    <a:lumMod val="75000"/>
                  </a:schemeClr>
                </a:solidFill>
                <a:cs typeface="Arial" panose="020B0604020202020204" pitchFamily="34" charset="0"/>
              </a:rPr>
              <a:t>Inconsistent values</a:t>
            </a:r>
            <a:endParaRPr lang="ko-KR" altLang="en-US" sz="2800" dirty="0">
              <a:solidFill>
                <a:schemeClr val="accent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="" xmlns:a16="http://schemas.microsoft.com/office/drawing/2014/main" id="{1E504C04-3878-40E9-B5F4-6F31847389E0}"/>
              </a:ext>
            </a:extLst>
          </p:cNvPr>
          <p:cNvCxnSpPr>
            <a:cxnSpLocks/>
          </p:cNvCxnSpPr>
          <p:nvPr/>
        </p:nvCxnSpPr>
        <p:spPr>
          <a:xfrm>
            <a:off x="0" y="401855"/>
            <a:ext cx="12192000" cy="0"/>
          </a:xfrm>
          <a:prstGeom prst="line">
            <a:avLst/>
          </a:prstGeom>
          <a:ln w="12700">
            <a:solidFill>
              <a:srgbClr val="F3F3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="" xmlns:a16="http://schemas.microsoft.com/office/drawing/2014/main" id="{F2C98143-B56B-45DD-B18E-0F5456CECDAF}"/>
              </a:ext>
            </a:extLst>
          </p:cNvPr>
          <p:cNvCxnSpPr>
            <a:cxnSpLocks/>
          </p:cNvCxnSpPr>
          <p:nvPr/>
        </p:nvCxnSpPr>
        <p:spPr>
          <a:xfrm>
            <a:off x="0" y="6456145"/>
            <a:ext cx="12192000" cy="0"/>
          </a:xfrm>
          <a:prstGeom prst="line">
            <a:avLst/>
          </a:prstGeom>
          <a:ln w="12700">
            <a:solidFill>
              <a:srgbClr val="F3F3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199239" y="1366007"/>
            <a:ext cx="112088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r" defTabSz="914400" rtl="1" eaLnBrk="1" latinLnBrk="1" hangingPunct="1"/>
            <a:r>
              <a:rPr lang="en-US" sz="3200" b="1" dirty="0" smtClean="0">
                <a:solidFill>
                  <a:schemeClr val="bg2">
                    <a:lumMod val="75000"/>
                  </a:schemeClr>
                </a:solidFill>
              </a:rPr>
              <a:t>Experience column include number, graduate and paragraph </a:t>
            </a:r>
            <a:endParaRPr lang="en-US" sz="3200" b="1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665" y="3412688"/>
            <a:ext cx="2016523" cy="64899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59" y="4631693"/>
            <a:ext cx="9521893" cy="1060729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cxnSp>
        <p:nvCxnSpPr>
          <p:cNvPr id="8" name="Straight Arrow Connector 7"/>
          <p:cNvCxnSpPr/>
          <p:nvPr/>
        </p:nvCxnSpPr>
        <p:spPr>
          <a:xfrm>
            <a:off x="3191069" y="2675773"/>
            <a:ext cx="1796797" cy="331107"/>
          </a:xfrm>
          <a:prstGeom prst="straightConnector1">
            <a:avLst/>
          </a:prstGeom>
          <a:noFill/>
          <a:ln>
            <a:solidFill>
              <a:srgbClr val="272525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3191069" y="3247053"/>
            <a:ext cx="1796797" cy="490133"/>
          </a:xfrm>
          <a:prstGeom prst="straightConnector1">
            <a:avLst/>
          </a:prstGeom>
          <a:noFill/>
          <a:ln>
            <a:solidFill>
              <a:srgbClr val="272525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Rectangle 11"/>
          <p:cNvSpPr/>
          <p:nvPr/>
        </p:nvSpPr>
        <p:spPr>
          <a:xfrm>
            <a:off x="5297745" y="2797808"/>
            <a:ext cx="51841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</a:rPr>
              <a:t>0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5542384" y="4993849"/>
            <a:ext cx="522513" cy="361922"/>
          </a:xfrm>
          <a:prstGeom prst="rect">
            <a:avLst/>
          </a:prstGeom>
          <a:noFill/>
          <a:ln>
            <a:solidFill>
              <a:schemeClr val="accent1">
                <a:lumMod val="75000"/>
                <a:alpha val="95000"/>
              </a:schemeClr>
            </a:solidFill>
            <a:prstDash val="solid"/>
          </a:ln>
          <a:effectLst>
            <a:outerShdw dist="63500" dir="2700000" sx="139000" sy="139000" algn="tl" rotWithShape="0">
              <a:schemeClr val="accent1">
                <a:lumMod val="75000"/>
                <a:alpha val="0"/>
              </a:schemeClr>
            </a:outerShdw>
          </a:effectLst>
          <a:scene3d>
            <a:camera prst="orthographicFront"/>
            <a:lightRig rig="threePt" dir="t"/>
          </a:scene3d>
          <a:sp3d contourW="12700">
            <a:contourClr>
              <a:schemeClr val="tx2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dirty="0" smtClean="0">
              <a:solidFill>
                <a:srgbClr val="272525"/>
              </a:solidFill>
              <a:latin typeface="+mj-lt"/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9950824" y="4993849"/>
            <a:ext cx="699247" cy="361922"/>
          </a:xfrm>
          <a:prstGeom prst="rightArrow">
            <a:avLst/>
          </a:prstGeom>
          <a:solidFill>
            <a:srgbClr val="F3F3F3"/>
          </a:solidFill>
          <a:ln>
            <a:solidFill>
              <a:srgbClr val="272525"/>
            </a:solidFill>
          </a:ln>
          <a:effectLst>
            <a:outerShdw dist="63500" dir="2700000" algn="tl" rotWithShape="0">
              <a:srgbClr val="272525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dirty="0" smtClean="0">
              <a:solidFill>
                <a:srgbClr val="272525"/>
              </a:solidFill>
              <a:latin typeface="+mj-lt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044468" y="4913200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</a:rPr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891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 animBg="1"/>
      <p:bldP spid="19" grpId="0" animBg="1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590AC98F-26AD-42DA-9C11-02C7349EE266}"/>
              </a:ext>
            </a:extLst>
          </p:cNvPr>
          <p:cNvSpPr txBox="1"/>
          <p:nvPr/>
        </p:nvSpPr>
        <p:spPr>
          <a:xfrm>
            <a:off x="1772816" y="2642223"/>
            <a:ext cx="8199362" cy="1200329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>
            <a:defPPr>
              <a:defRPr lang="ko-KR"/>
            </a:defPPr>
            <a:lvl1pPr>
              <a:defRPr sz="4000" b="1">
                <a:latin typeface="+mj-lt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ko-KR" sz="7200" b="0" dirty="0" smtClean="0">
                <a:solidFill>
                  <a:schemeClr val="accent1">
                    <a:lumMod val="75000"/>
                  </a:schemeClr>
                </a:solidFill>
              </a:rPr>
              <a:t>Now, Data is clean!</a:t>
            </a:r>
            <a:endParaRPr lang="en-US" altLang="ko-KR" sz="7200" b="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8446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0"/>
          <p:cNvSpPr txBox="1">
            <a:spLocks noGrp="1"/>
          </p:cNvSpPr>
          <p:nvPr>
            <p:ph type="title"/>
          </p:nvPr>
        </p:nvSpPr>
        <p:spPr>
          <a:xfrm>
            <a:off x="0" y="644608"/>
            <a:ext cx="5046636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Data visualization &amp;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insights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6" name="Picture Placeholder 9" descr="/Users/raghadalthunayan/Downloads/transparent-communication-icon-job-icon-linkedin-icon-5dbc3bb6a55c47.7741155515726171426773.png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7" r="987"/>
          <a:stretch>
            <a:fillRect/>
          </a:stretch>
        </p:blipFill>
        <p:spPr bwMode="auto">
          <a:xfrm>
            <a:off x="7992534" y="1408208"/>
            <a:ext cx="3759553" cy="3881367"/>
          </a:xfrm>
          <a:prstGeom prst="rect">
            <a:avLst/>
          </a:prstGeom>
          <a:noFill/>
        </p:spPr>
      </p:pic>
      <p:sp>
        <p:nvSpPr>
          <p:cNvPr id="8" name="Google Shape;511;p46"/>
          <p:cNvSpPr/>
          <p:nvPr/>
        </p:nvSpPr>
        <p:spPr>
          <a:xfrm>
            <a:off x="-1537186" y="1357408"/>
            <a:ext cx="6857200" cy="101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9" name="자유형: 도형 345">
            <a:extLst>
              <a:ext uri="{FF2B5EF4-FFF2-40B4-BE49-F238E27FC236}">
                <a16:creationId xmlns="" xmlns:a16="http://schemas.microsoft.com/office/drawing/2014/main" id="{064E7B33-C779-467D-869E-C96841576246}"/>
              </a:ext>
            </a:extLst>
          </p:cNvPr>
          <p:cNvSpPr/>
          <p:nvPr/>
        </p:nvSpPr>
        <p:spPr>
          <a:xfrm>
            <a:off x="286948" y="5552319"/>
            <a:ext cx="1183669" cy="1094543"/>
          </a:xfrm>
          <a:custGeom>
            <a:avLst/>
            <a:gdLst>
              <a:gd name="connsiteX0" fmla="*/ 367093 w 381000"/>
              <a:gd name="connsiteY0" fmla="*/ 306895 h 333375"/>
              <a:gd name="connsiteX1" fmla="*/ 307753 w 381000"/>
              <a:gd name="connsiteY1" fmla="*/ 306895 h 333375"/>
              <a:gd name="connsiteX2" fmla="*/ 307753 w 381000"/>
              <a:gd name="connsiteY2" fmla="*/ 159639 h 333375"/>
              <a:gd name="connsiteX3" fmla="*/ 296609 w 381000"/>
              <a:gd name="connsiteY3" fmla="*/ 148495 h 333375"/>
              <a:gd name="connsiteX4" fmla="*/ 238125 w 381000"/>
              <a:gd name="connsiteY4" fmla="*/ 148495 h 333375"/>
              <a:gd name="connsiteX5" fmla="*/ 238125 w 381000"/>
              <a:gd name="connsiteY5" fmla="*/ 90011 h 333375"/>
              <a:gd name="connsiteX6" fmla="*/ 226981 w 381000"/>
              <a:gd name="connsiteY6" fmla="*/ 78867 h 333375"/>
              <a:gd name="connsiteX7" fmla="*/ 157448 w 381000"/>
              <a:gd name="connsiteY7" fmla="*/ 78867 h 333375"/>
              <a:gd name="connsiteX8" fmla="*/ 146304 w 381000"/>
              <a:gd name="connsiteY8" fmla="*/ 90011 h 333375"/>
              <a:gd name="connsiteX9" fmla="*/ 146304 w 381000"/>
              <a:gd name="connsiteY9" fmla="*/ 170688 h 333375"/>
              <a:gd name="connsiteX10" fmla="*/ 87821 w 381000"/>
              <a:gd name="connsiteY10" fmla="*/ 170688 h 333375"/>
              <a:gd name="connsiteX11" fmla="*/ 76676 w 381000"/>
              <a:gd name="connsiteY11" fmla="*/ 181832 h 333375"/>
              <a:gd name="connsiteX12" fmla="*/ 76676 w 381000"/>
              <a:gd name="connsiteY12" fmla="*/ 305467 h 333375"/>
              <a:gd name="connsiteX13" fmla="*/ 29337 w 381000"/>
              <a:gd name="connsiteY13" fmla="*/ 305467 h 333375"/>
              <a:gd name="connsiteX14" fmla="*/ 29337 w 381000"/>
              <a:gd name="connsiteY14" fmla="*/ 18288 h 333375"/>
              <a:gd name="connsiteX15" fmla="*/ 18383 w 381000"/>
              <a:gd name="connsiteY15" fmla="*/ 7144 h 333375"/>
              <a:gd name="connsiteX16" fmla="*/ 7144 w 381000"/>
              <a:gd name="connsiteY16" fmla="*/ 18288 h 333375"/>
              <a:gd name="connsiteX17" fmla="*/ 7144 w 381000"/>
              <a:gd name="connsiteY17" fmla="*/ 316992 h 333375"/>
              <a:gd name="connsiteX18" fmla="*/ 18383 w 381000"/>
              <a:gd name="connsiteY18" fmla="*/ 327565 h 333375"/>
              <a:gd name="connsiteX19" fmla="*/ 87821 w 381000"/>
              <a:gd name="connsiteY19" fmla="*/ 327565 h 333375"/>
              <a:gd name="connsiteX20" fmla="*/ 88011 w 381000"/>
              <a:gd name="connsiteY20" fmla="*/ 329089 h 333375"/>
              <a:gd name="connsiteX21" fmla="*/ 157639 w 381000"/>
              <a:gd name="connsiteY21" fmla="*/ 329089 h 333375"/>
              <a:gd name="connsiteX22" fmla="*/ 157639 w 381000"/>
              <a:gd name="connsiteY22" fmla="*/ 329089 h 333375"/>
              <a:gd name="connsiteX23" fmla="*/ 157639 w 381000"/>
              <a:gd name="connsiteY23" fmla="*/ 329089 h 333375"/>
              <a:gd name="connsiteX24" fmla="*/ 227267 w 381000"/>
              <a:gd name="connsiteY24" fmla="*/ 329089 h 333375"/>
              <a:gd name="connsiteX25" fmla="*/ 296894 w 381000"/>
              <a:gd name="connsiteY25" fmla="*/ 329089 h 333375"/>
              <a:gd name="connsiteX26" fmla="*/ 297085 w 381000"/>
              <a:gd name="connsiteY26" fmla="*/ 327565 h 333375"/>
              <a:gd name="connsiteX27" fmla="*/ 366331 w 381000"/>
              <a:gd name="connsiteY27" fmla="*/ 327565 h 333375"/>
              <a:gd name="connsiteX28" fmla="*/ 377190 w 381000"/>
              <a:gd name="connsiteY28" fmla="*/ 317468 h 333375"/>
              <a:gd name="connsiteX29" fmla="*/ 367093 w 381000"/>
              <a:gd name="connsiteY29" fmla="*/ 306895 h 333375"/>
              <a:gd name="connsiteX30" fmla="*/ 285559 w 381000"/>
              <a:gd name="connsiteY30" fmla="*/ 170688 h 333375"/>
              <a:gd name="connsiteX31" fmla="*/ 285559 w 381000"/>
              <a:gd name="connsiteY31" fmla="*/ 306895 h 333375"/>
              <a:gd name="connsiteX32" fmla="*/ 238220 w 381000"/>
              <a:gd name="connsiteY32" fmla="*/ 306895 h 333375"/>
              <a:gd name="connsiteX33" fmla="*/ 238220 w 381000"/>
              <a:gd name="connsiteY33" fmla="*/ 170688 h 333375"/>
              <a:gd name="connsiteX34" fmla="*/ 285559 w 381000"/>
              <a:gd name="connsiteY34" fmla="*/ 170688 h 333375"/>
              <a:gd name="connsiteX35" fmla="*/ 215932 w 381000"/>
              <a:gd name="connsiteY35" fmla="*/ 101155 h 333375"/>
              <a:gd name="connsiteX36" fmla="*/ 215932 w 381000"/>
              <a:gd name="connsiteY36" fmla="*/ 159258 h 333375"/>
              <a:gd name="connsiteX37" fmla="*/ 215932 w 381000"/>
              <a:gd name="connsiteY37" fmla="*/ 305371 h 333375"/>
              <a:gd name="connsiteX38" fmla="*/ 168592 w 381000"/>
              <a:gd name="connsiteY38" fmla="*/ 305371 h 333375"/>
              <a:gd name="connsiteX39" fmla="*/ 168592 w 381000"/>
              <a:gd name="connsiteY39" fmla="*/ 101155 h 333375"/>
              <a:gd name="connsiteX40" fmla="*/ 215932 w 381000"/>
              <a:gd name="connsiteY40" fmla="*/ 101155 h 333375"/>
              <a:gd name="connsiteX41" fmla="*/ 99060 w 381000"/>
              <a:gd name="connsiteY41" fmla="*/ 191452 h 333375"/>
              <a:gd name="connsiteX42" fmla="*/ 146399 w 381000"/>
              <a:gd name="connsiteY42" fmla="*/ 191452 h 333375"/>
              <a:gd name="connsiteX43" fmla="*/ 146399 w 381000"/>
              <a:gd name="connsiteY43" fmla="*/ 305467 h 333375"/>
              <a:gd name="connsiteX44" fmla="*/ 99060 w 381000"/>
              <a:gd name="connsiteY44" fmla="*/ 305467 h 333375"/>
              <a:gd name="connsiteX45" fmla="*/ 99060 w 381000"/>
              <a:gd name="connsiteY45" fmla="*/ 191452 h 33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381000" h="333375">
                <a:moveTo>
                  <a:pt x="367093" y="306895"/>
                </a:moveTo>
                <a:lnTo>
                  <a:pt x="307753" y="306895"/>
                </a:lnTo>
                <a:lnTo>
                  <a:pt x="307753" y="159639"/>
                </a:lnTo>
                <a:cubicBezTo>
                  <a:pt x="307753" y="153543"/>
                  <a:pt x="302800" y="148495"/>
                  <a:pt x="296609" y="148495"/>
                </a:cubicBezTo>
                <a:lnTo>
                  <a:pt x="238125" y="148495"/>
                </a:lnTo>
                <a:lnTo>
                  <a:pt x="238125" y="90011"/>
                </a:lnTo>
                <a:cubicBezTo>
                  <a:pt x="238125" y="83915"/>
                  <a:pt x="233172" y="78867"/>
                  <a:pt x="226981" y="78867"/>
                </a:cubicBezTo>
                <a:lnTo>
                  <a:pt x="157448" y="78867"/>
                </a:lnTo>
                <a:cubicBezTo>
                  <a:pt x="151352" y="78867"/>
                  <a:pt x="146304" y="83820"/>
                  <a:pt x="146304" y="90011"/>
                </a:cubicBezTo>
                <a:lnTo>
                  <a:pt x="146304" y="170688"/>
                </a:lnTo>
                <a:lnTo>
                  <a:pt x="87821" y="170688"/>
                </a:lnTo>
                <a:cubicBezTo>
                  <a:pt x="81725" y="170688"/>
                  <a:pt x="76676" y="175641"/>
                  <a:pt x="76676" y="181832"/>
                </a:cubicBezTo>
                <a:lnTo>
                  <a:pt x="76676" y="305467"/>
                </a:lnTo>
                <a:lnTo>
                  <a:pt x="29337" y="305467"/>
                </a:lnTo>
                <a:lnTo>
                  <a:pt x="29337" y="18288"/>
                </a:lnTo>
                <a:cubicBezTo>
                  <a:pt x="29337" y="18288"/>
                  <a:pt x="24479" y="7144"/>
                  <a:pt x="18383" y="7144"/>
                </a:cubicBezTo>
                <a:cubicBezTo>
                  <a:pt x="12287" y="7144"/>
                  <a:pt x="7239" y="12097"/>
                  <a:pt x="7144" y="18288"/>
                </a:cubicBezTo>
                <a:lnTo>
                  <a:pt x="7144" y="316992"/>
                </a:lnTo>
                <a:cubicBezTo>
                  <a:pt x="7239" y="323088"/>
                  <a:pt x="12192" y="328136"/>
                  <a:pt x="18383" y="327565"/>
                </a:cubicBezTo>
                <a:lnTo>
                  <a:pt x="87821" y="327565"/>
                </a:lnTo>
                <a:cubicBezTo>
                  <a:pt x="87916" y="328041"/>
                  <a:pt x="87916" y="328041"/>
                  <a:pt x="88011" y="329089"/>
                </a:cubicBezTo>
                <a:lnTo>
                  <a:pt x="157639" y="329089"/>
                </a:lnTo>
                <a:lnTo>
                  <a:pt x="157639" y="329089"/>
                </a:lnTo>
                <a:lnTo>
                  <a:pt x="157639" y="329089"/>
                </a:lnTo>
                <a:lnTo>
                  <a:pt x="227267" y="329089"/>
                </a:lnTo>
                <a:lnTo>
                  <a:pt x="296894" y="329089"/>
                </a:lnTo>
                <a:cubicBezTo>
                  <a:pt x="296989" y="328136"/>
                  <a:pt x="297085" y="327565"/>
                  <a:pt x="297085" y="327565"/>
                </a:cubicBezTo>
                <a:lnTo>
                  <a:pt x="366331" y="327565"/>
                </a:lnTo>
                <a:cubicBezTo>
                  <a:pt x="372046" y="327565"/>
                  <a:pt x="377000" y="323183"/>
                  <a:pt x="377190" y="317468"/>
                </a:cubicBezTo>
                <a:cubicBezTo>
                  <a:pt x="377571" y="311658"/>
                  <a:pt x="372904" y="306895"/>
                  <a:pt x="367093" y="306895"/>
                </a:cubicBezTo>
                <a:close/>
                <a:moveTo>
                  <a:pt x="285559" y="170688"/>
                </a:moveTo>
                <a:lnTo>
                  <a:pt x="285559" y="306895"/>
                </a:lnTo>
                <a:lnTo>
                  <a:pt x="238220" y="306895"/>
                </a:lnTo>
                <a:lnTo>
                  <a:pt x="238220" y="170688"/>
                </a:lnTo>
                <a:lnTo>
                  <a:pt x="285559" y="170688"/>
                </a:lnTo>
                <a:close/>
                <a:moveTo>
                  <a:pt x="215932" y="101155"/>
                </a:moveTo>
                <a:lnTo>
                  <a:pt x="215932" y="159258"/>
                </a:lnTo>
                <a:lnTo>
                  <a:pt x="215932" y="305371"/>
                </a:lnTo>
                <a:lnTo>
                  <a:pt x="168592" y="305371"/>
                </a:lnTo>
                <a:lnTo>
                  <a:pt x="168592" y="101155"/>
                </a:lnTo>
                <a:lnTo>
                  <a:pt x="215932" y="101155"/>
                </a:lnTo>
                <a:close/>
                <a:moveTo>
                  <a:pt x="99060" y="191452"/>
                </a:moveTo>
                <a:lnTo>
                  <a:pt x="146399" y="191452"/>
                </a:lnTo>
                <a:lnTo>
                  <a:pt x="146399" y="305467"/>
                </a:lnTo>
                <a:lnTo>
                  <a:pt x="99060" y="305467"/>
                </a:lnTo>
                <a:lnTo>
                  <a:pt x="99060" y="191452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10" name="그룹 52">
            <a:extLst>
              <a:ext uri="{FF2B5EF4-FFF2-40B4-BE49-F238E27FC236}">
                <a16:creationId xmlns="" xmlns:a16="http://schemas.microsoft.com/office/drawing/2014/main" id="{883C787F-70A5-4FDC-A06A-67A0C1D43548}"/>
              </a:ext>
            </a:extLst>
          </p:cNvPr>
          <p:cNvGrpSpPr/>
          <p:nvPr/>
        </p:nvGrpSpPr>
        <p:grpSpPr>
          <a:xfrm>
            <a:off x="1500889" y="5113867"/>
            <a:ext cx="920578" cy="985723"/>
            <a:chOff x="2096274" y="1561337"/>
            <a:chExt cx="390525" cy="390525"/>
          </a:xfrm>
          <a:solidFill>
            <a:schemeClr val="bg1"/>
          </a:solidFill>
        </p:grpSpPr>
        <p:sp>
          <p:nvSpPr>
            <p:cNvPr id="11" name="자유형: 도형 53">
              <a:extLst>
                <a:ext uri="{FF2B5EF4-FFF2-40B4-BE49-F238E27FC236}">
                  <a16:creationId xmlns="" xmlns:a16="http://schemas.microsoft.com/office/drawing/2014/main" id="{F9A99023-3949-47BD-A37D-C3CFF183A3BE}"/>
                </a:ext>
              </a:extLst>
            </p:cNvPr>
            <p:cNvSpPr/>
            <p:nvPr/>
          </p:nvSpPr>
          <p:spPr>
            <a:xfrm>
              <a:off x="2096274" y="1561337"/>
              <a:ext cx="390525" cy="390525"/>
            </a:xfrm>
            <a:custGeom>
              <a:avLst/>
              <a:gdLst>
                <a:gd name="connsiteX0" fmla="*/ 376692 w 390525"/>
                <a:gd name="connsiteY0" fmla="*/ 342900 h 390525"/>
                <a:gd name="connsiteX1" fmla="*/ 51699 w 390525"/>
                <a:gd name="connsiteY1" fmla="*/ 342900 h 390525"/>
                <a:gd name="connsiteX2" fmla="*/ 51699 w 390525"/>
                <a:gd name="connsiteY2" fmla="*/ 18288 h 390525"/>
                <a:gd name="connsiteX3" fmla="*/ 40555 w 390525"/>
                <a:gd name="connsiteY3" fmla="*/ 7144 h 390525"/>
                <a:gd name="connsiteX4" fmla="*/ 18552 w 390525"/>
                <a:gd name="connsiteY4" fmla="*/ 7144 h 390525"/>
                <a:gd name="connsiteX5" fmla="*/ 7218 w 390525"/>
                <a:gd name="connsiteY5" fmla="*/ 17050 h 390525"/>
                <a:gd name="connsiteX6" fmla="*/ 18267 w 390525"/>
                <a:gd name="connsiteY6" fmla="*/ 29432 h 390525"/>
                <a:gd name="connsiteX7" fmla="*/ 29411 w 390525"/>
                <a:gd name="connsiteY7" fmla="*/ 29432 h 390525"/>
                <a:gd name="connsiteX8" fmla="*/ 29411 w 390525"/>
                <a:gd name="connsiteY8" fmla="*/ 74009 h 390525"/>
                <a:gd name="connsiteX9" fmla="*/ 18552 w 390525"/>
                <a:gd name="connsiteY9" fmla="*/ 74009 h 390525"/>
                <a:gd name="connsiteX10" fmla="*/ 7218 w 390525"/>
                <a:gd name="connsiteY10" fmla="*/ 83915 h 390525"/>
                <a:gd name="connsiteX11" fmla="*/ 18267 w 390525"/>
                <a:gd name="connsiteY11" fmla="*/ 96298 h 390525"/>
                <a:gd name="connsiteX12" fmla="*/ 29411 w 390525"/>
                <a:gd name="connsiteY12" fmla="*/ 96298 h 390525"/>
                <a:gd name="connsiteX13" fmla="*/ 29411 w 390525"/>
                <a:gd name="connsiteY13" fmla="*/ 140875 h 390525"/>
                <a:gd name="connsiteX14" fmla="*/ 18552 w 390525"/>
                <a:gd name="connsiteY14" fmla="*/ 140875 h 390525"/>
                <a:gd name="connsiteX15" fmla="*/ 7218 w 390525"/>
                <a:gd name="connsiteY15" fmla="*/ 150781 h 390525"/>
                <a:gd name="connsiteX16" fmla="*/ 18267 w 390525"/>
                <a:gd name="connsiteY16" fmla="*/ 163163 h 390525"/>
                <a:gd name="connsiteX17" fmla="*/ 29411 w 390525"/>
                <a:gd name="connsiteY17" fmla="*/ 163163 h 390525"/>
                <a:gd name="connsiteX18" fmla="*/ 29411 w 390525"/>
                <a:gd name="connsiteY18" fmla="*/ 207740 h 390525"/>
                <a:gd name="connsiteX19" fmla="*/ 18552 w 390525"/>
                <a:gd name="connsiteY19" fmla="*/ 207740 h 390525"/>
                <a:gd name="connsiteX20" fmla="*/ 7218 w 390525"/>
                <a:gd name="connsiteY20" fmla="*/ 217646 h 390525"/>
                <a:gd name="connsiteX21" fmla="*/ 18267 w 390525"/>
                <a:gd name="connsiteY21" fmla="*/ 230029 h 390525"/>
                <a:gd name="connsiteX22" fmla="*/ 29411 w 390525"/>
                <a:gd name="connsiteY22" fmla="*/ 230029 h 390525"/>
                <a:gd name="connsiteX23" fmla="*/ 29411 w 390525"/>
                <a:gd name="connsiteY23" fmla="*/ 275368 h 390525"/>
                <a:gd name="connsiteX24" fmla="*/ 18552 w 390525"/>
                <a:gd name="connsiteY24" fmla="*/ 275368 h 390525"/>
                <a:gd name="connsiteX25" fmla="*/ 7218 w 390525"/>
                <a:gd name="connsiteY25" fmla="*/ 285274 h 390525"/>
                <a:gd name="connsiteX26" fmla="*/ 18267 w 390525"/>
                <a:gd name="connsiteY26" fmla="*/ 297656 h 390525"/>
                <a:gd name="connsiteX27" fmla="*/ 29411 w 390525"/>
                <a:gd name="connsiteY27" fmla="*/ 297656 h 390525"/>
                <a:gd name="connsiteX28" fmla="*/ 29411 w 390525"/>
                <a:gd name="connsiteY28" fmla="*/ 342995 h 390525"/>
                <a:gd name="connsiteX29" fmla="*/ 18552 w 390525"/>
                <a:gd name="connsiteY29" fmla="*/ 342995 h 390525"/>
                <a:gd name="connsiteX30" fmla="*/ 7218 w 390525"/>
                <a:gd name="connsiteY30" fmla="*/ 352901 h 390525"/>
                <a:gd name="connsiteX31" fmla="*/ 18267 w 390525"/>
                <a:gd name="connsiteY31" fmla="*/ 365284 h 390525"/>
                <a:gd name="connsiteX32" fmla="*/ 29411 w 390525"/>
                <a:gd name="connsiteY32" fmla="*/ 365284 h 390525"/>
                <a:gd name="connsiteX33" fmla="*/ 29411 w 390525"/>
                <a:gd name="connsiteY33" fmla="*/ 376142 h 390525"/>
                <a:gd name="connsiteX34" fmla="*/ 39317 w 390525"/>
                <a:gd name="connsiteY34" fmla="*/ 387477 h 390525"/>
                <a:gd name="connsiteX35" fmla="*/ 51699 w 390525"/>
                <a:gd name="connsiteY35" fmla="*/ 376428 h 390525"/>
                <a:gd name="connsiteX36" fmla="*/ 51699 w 390525"/>
                <a:gd name="connsiteY36" fmla="*/ 365284 h 390525"/>
                <a:gd name="connsiteX37" fmla="*/ 97038 w 390525"/>
                <a:gd name="connsiteY37" fmla="*/ 365284 h 390525"/>
                <a:gd name="connsiteX38" fmla="*/ 97038 w 390525"/>
                <a:gd name="connsiteY38" fmla="*/ 376142 h 390525"/>
                <a:gd name="connsiteX39" fmla="*/ 106944 w 390525"/>
                <a:gd name="connsiteY39" fmla="*/ 387477 h 390525"/>
                <a:gd name="connsiteX40" fmla="*/ 119327 w 390525"/>
                <a:gd name="connsiteY40" fmla="*/ 376428 h 390525"/>
                <a:gd name="connsiteX41" fmla="*/ 119327 w 390525"/>
                <a:gd name="connsiteY41" fmla="*/ 365284 h 390525"/>
                <a:gd name="connsiteX42" fmla="*/ 163904 w 390525"/>
                <a:gd name="connsiteY42" fmla="*/ 365284 h 390525"/>
                <a:gd name="connsiteX43" fmla="*/ 163904 w 390525"/>
                <a:gd name="connsiteY43" fmla="*/ 376142 h 390525"/>
                <a:gd name="connsiteX44" fmla="*/ 173810 w 390525"/>
                <a:gd name="connsiteY44" fmla="*/ 387477 h 390525"/>
                <a:gd name="connsiteX45" fmla="*/ 186192 w 390525"/>
                <a:gd name="connsiteY45" fmla="*/ 376428 h 390525"/>
                <a:gd name="connsiteX46" fmla="*/ 186192 w 390525"/>
                <a:gd name="connsiteY46" fmla="*/ 365284 h 390525"/>
                <a:gd name="connsiteX47" fmla="*/ 230769 w 390525"/>
                <a:gd name="connsiteY47" fmla="*/ 365284 h 390525"/>
                <a:gd name="connsiteX48" fmla="*/ 230769 w 390525"/>
                <a:gd name="connsiteY48" fmla="*/ 376142 h 390525"/>
                <a:gd name="connsiteX49" fmla="*/ 240675 w 390525"/>
                <a:gd name="connsiteY49" fmla="*/ 387477 h 390525"/>
                <a:gd name="connsiteX50" fmla="*/ 253058 w 390525"/>
                <a:gd name="connsiteY50" fmla="*/ 376428 h 390525"/>
                <a:gd name="connsiteX51" fmla="*/ 253058 w 390525"/>
                <a:gd name="connsiteY51" fmla="*/ 365284 h 390525"/>
                <a:gd name="connsiteX52" fmla="*/ 297635 w 390525"/>
                <a:gd name="connsiteY52" fmla="*/ 365284 h 390525"/>
                <a:gd name="connsiteX53" fmla="*/ 297635 w 390525"/>
                <a:gd name="connsiteY53" fmla="*/ 376142 h 390525"/>
                <a:gd name="connsiteX54" fmla="*/ 307541 w 390525"/>
                <a:gd name="connsiteY54" fmla="*/ 387477 h 390525"/>
                <a:gd name="connsiteX55" fmla="*/ 319923 w 390525"/>
                <a:gd name="connsiteY55" fmla="*/ 376428 h 390525"/>
                <a:gd name="connsiteX56" fmla="*/ 319923 w 390525"/>
                <a:gd name="connsiteY56" fmla="*/ 365284 h 390525"/>
                <a:gd name="connsiteX57" fmla="*/ 365262 w 390525"/>
                <a:gd name="connsiteY57" fmla="*/ 365284 h 390525"/>
                <a:gd name="connsiteX58" fmla="*/ 365262 w 390525"/>
                <a:gd name="connsiteY58" fmla="*/ 376428 h 390525"/>
                <a:gd name="connsiteX59" fmla="*/ 372882 w 390525"/>
                <a:gd name="connsiteY59" fmla="*/ 387001 h 390525"/>
                <a:gd name="connsiteX60" fmla="*/ 387551 w 390525"/>
                <a:gd name="connsiteY60" fmla="*/ 376428 h 390525"/>
                <a:gd name="connsiteX61" fmla="*/ 387551 w 390525"/>
                <a:gd name="connsiteY61" fmla="*/ 353854 h 390525"/>
                <a:gd name="connsiteX62" fmla="*/ 376692 w 390525"/>
                <a:gd name="connsiteY62" fmla="*/ 342900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390525" h="390525">
                  <a:moveTo>
                    <a:pt x="376692" y="342900"/>
                  </a:moveTo>
                  <a:lnTo>
                    <a:pt x="51699" y="342900"/>
                  </a:lnTo>
                  <a:lnTo>
                    <a:pt x="51699" y="18288"/>
                  </a:lnTo>
                  <a:cubicBezTo>
                    <a:pt x="51699" y="12097"/>
                    <a:pt x="46746" y="7144"/>
                    <a:pt x="40555" y="7144"/>
                  </a:cubicBezTo>
                  <a:lnTo>
                    <a:pt x="18552" y="7144"/>
                  </a:lnTo>
                  <a:cubicBezTo>
                    <a:pt x="12837" y="7144"/>
                    <a:pt x="7789" y="11335"/>
                    <a:pt x="7218" y="17050"/>
                  </a:cubicBezTo>
                  <a:cubicBezTo>
                    <a:pt x="6456" y="23813"/>
                    <a:pt x="11694" y="29432"/>
                    <a:pt x="18267" y="29432"/>
                  </a:cubicBezTo>
                  <a:lnTo>
                    <a:pt x="29411" y="29432"/>
                  </a:lnTo>
                  <a:lnTo>
                    <a:pt x="29411" y="74009"/>
                  </a:lnTo>
                  <a:lnTo>
                    <a:pt x="18552" y="74009"/>
                  </a:lnTo>
                  <a:cubicBezTo>
                    <a:pt x="12837" y="74009"/>
                    <a:pt x="7789" y="78200"/>
                    <a:pt x="7218" y="83915"/>
                  </a:cubicBezTo>
                  <a:cubicBezTo>
                    <a:pt x="6456" y="90678"/>
                    <a:pt x="11694" y="96298"/>
                    <a:pt x="18267" y="96298"/>
                  </a:cubicBezTo>
                  <a:lnTo>
                    <a:pt x="29411" y="96298"/>
                  </a:lnTo>
                  <a:lnTo>
                    <a:pt x="29411" y="140875"/>
                  </a:lnTo>
                  <a:lnTo>
                    <a:pt x="18552" y="140875"/>
                  </a:lnTo>
                  <a:cubicBezTo>
                    <a:pt x="12837" y="140875"/>
                    <a:pt x="7789" y="145066"/>
                    <a:pt x="7218" y="150781"/>
                  </a:cubicBezTo>
                  <a:cubicBezTo>
                    <a:pt x="6456" y="157544"/>
                    <a:pt x="11694" y="163163"/>
                    <a:pt x="18267" y="163163"/>
                  </a:cubicBezTo>
                  <a:lnTo>
                    <a:pt x="29411" y="163163"/>
                  </a:lnTo>
                  <a:lnTo>
                    <a:pt x="29411" y="207740"/>
                  </a:lnTo>
                  <a:lnTo>
                    <a:pt x="18552" y="207740"/>
                  </a:lnTo>
                  <a:cubicBezTo>
                    <a:pt x="12837" y="207740"/>
                    <a:pt x="7789" y="211931"/>
                    <a:pt x="7218" y="217646"/>
                  </a:cubicBezTo>
                  <a:cubicBezTo>
                    <a:pt x="6456" y="224409"/>
                    <a:pt x="11694" y="230029"/>
                    <a:pt x="18267" y="230029"/>
                  </a:cubicBezTo>
                  <a:lnTo>
                    <a:pt x="29411" y="230029"/>
                  </a:lnTo>
                  <a:lnTo>
                    <a:pt x="29411" y="275368"/>
                  </a:lnTo>
                  <a:lnTo>
                    <a:pt x="18552" y="275368"/>
                  </a:lnTo>
                  <a:cubicBezTo>
                    <a:pt x="12837" y="275368"/>
                    <a:pt x="7789" y="279559"/>
                    <a:pt x="7218" y="285274"/>
                  </a:cubicBezTo>
                  <a:cubicBezTo>
                    <a:pt x="6456" y="292037"/>
                    <a:pt x="11694" y="297656"/>
                    <a:pt x="18267" y="297656"/>
                  </a:cubicBezTo>
                  <a:lnTo>
                    <a:pt x="29411" y="297656"/>
                  </a:lnTo>
                  <a:lnTo>
                    <a:pt x="29411" y="342995"/>
                  </a:lnTo>
                  <a:lnTo>
                    <a:pt x="18552" y="342995"/>
                  </a:lnTo>
                  <a:cubicBezTo>
                    <a:pt x="12837" y="342995"/>
                    <a:pt x="7789" y="347186"/>
                    <a:pt x="7218" y="352901"/>
                  </a:cubicBezTo>
                  <a:cubicBezTo>
                    <a:pt x="6456" y="359664"/>
                    <a:pt x="11694" y="365284"/>
                    <a:pt x="18267" y="365284"/>
                  </a:cubicBezTo>
                  <a:lnTo>
                    <a:pt x="29411" y="365284"/>
                  </a:lnTo>
                  <a:lnTo>
                    <a:pt x="29411" y="376142"/>
                  </a:lnTo>
                  <a:cubicBezTo>
                    <a:pt x="29411" y="381857"/>
                    <a:pt x="33602" y="386906"/>
                    <a:pt x="39317" y="387477"/>
                  </a:cubicBezTo>
                  <a:cubicBezTo>
                    <a:pt x="46080" y="388239"/>
                    <a:pt x="51699" y="383000"/>
                    <a:pt x="51699" y="376428"/>
                  </a:cubicBezTo>
                  <a:lnTo>
                    <a:pt x="51699" y="365284"/>
                  </a:lnTo>
                  <a:lnTo>
                    <a:pt x="97038" y="365284"/>
                  </a:lnTo>
                  <a:lnTo>
                    <a:pt x="97038" y="376142"/>
                  </a:lnTo>
                  <a:cubicBezTo>
                    <a:pt x="97038" y="381857"/>
                    <a:pt x="101229" y="386906"/>
                    <a:pt x="106944" y="387477"/>
                  </a:cubicBezTo>
                  <a:cubicBezTo>
                    <a:pt x="113707" y="388239"/>
                    <a:pt x="119327" y="383000"/>
                    <a:pt x="119327" y="376428"/>
                  </a:cubicBezTo>
                  <a:lnTo>
                    <a:pt x="119327" y="365284"/>
                  </a:lnTo>
                  <a:lnTo>
                    <a:pt x="163904" y="365284"/>
                  </a:lnTo>
                  <a:lnTo>
                    <a:pt x="163904" y="376142"/>
                  </a:lnTo>
                  <a:cubicBezTo>
                    <a:pt x="163904" y="381857"/>
                    <a:pt x="168095" y="386906"/>
                    <a:pt x="173810" y="387477"/>
                  </a:cubicBezTo>
                  <a:cubicBezTo>
                    <a:pt x="180573" y="388239"/>
                    <a:pt x="186192" y="383000"/>
                    <a:pt x="186192" y="376428"/>
                  </a:cubicBezTo>
                  <a:lnTo>
                    <a:pt x="186192" y="365284"/>
                  </a:lnTo>
                  <a:lnTo>
                    <a:pt x="230769" y="365284"/>
                  </a:lnTo>
                  <a:lnTo>
                    <a:pt x="230769" y="376142"/>
                  </a:lnTo>
                  <a:cubicBezTo>
                    <a:pt x="230769" y="381857"/>
                    <a:pt x="234960" y="386906"/>
                    <a:pt x="240675" y="387477"/>
                  </a:cubicBezTo>
                  <a:cubicBezTo>
                    <a:pt x="247438" y="388239"/>
                    <a:pt x="253058" y="383000"/>
                    <a:pt x="253058" y="376428"/>
                  </a:cubicBezTo>
                  <a:lnTo>
                    <a:pt x="253058" y="365284"/>
                  </a:lnTo>
                  <a:lnTo>
                    <a:pt x="297635" y="365284"/>
                  </a:lnTo>
                  <a:lnTo>
                    <a:pt x="297635" y="376142"/>
                  </a:lnTo>
                  <a:cubicBezTo>
                    <a:pt x="297635" y="381857"/>
                    <a:pt x="301826" y="386906"/>
                    <a:pt x="307541" y="387477"/>
                  </a:cubicBezTo>
                  <a:cubicBezTo>
                    <a:pt x="314304" y="388239"/>
                    <a:pt x="319923" y="383000"/>
                    <a:pt x="319923" y="376428"/>
                  </a:cubicBezTo>
                  <a:lnTo>
                    <a:pt x="319923" y="365284"/>
                  </a:lnTo>
                  <a:lnTo>
                    <a:pt x="365262" y="365284"/>
                  </a:lnTo>
                  <a:lnTo>
                    <a:pt x="365262" y="376428"/>
                  </a:lnTo>
                  <a:cubicBezTo>
                    <a:pt x="365262" y="381191"/>
                    <a:pt x="368310" y="385572"/>
                    <a:pt x="372882" y="387001"/>
                  </a:cubicBezTo>
                  <a:cubicBezTo>
                    <a:pt x="380502" y="389382"/>
                    <a:pt x="387551" y="383667"/>
                    <a:pt x="387551" y="376428"/>
                  </a:cubicBezTo>
                  <a:lnTo>
                    <a:pt x="387551" y="353854"/>
                  </a:lnTo>
                  <a:cubicBezTo>
                    <a:pt x="387551" y="347758"/>
                    <a:pt x="382693" y="342900"/>
                    <a:pt x="376692" y="34290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2" name="자유형: 도형 54">
              <a:extLst>
                <a:ext uri="{FF2B5EF4-FFF2-40B4-BE49-F238E27FC236}">
                  <a16:creationId xmlns="" xmlns:a16="http://schemas.microsoft.com/office/drawing/2014/main" id="{93E40ADE-31FB-40F2-9A3A-9F2A55C79D4D}"/>
                </a:ext>
              </a:extLst>
            </p:cNvPr>
            <p:cNvSpPr/>
            <p:nvPr/>
          </p:nvSpPr>
          <p:spPr>
            <a:xfrm>
              <a:off x="2186169" y="1761934"/>
              <a:ext cx="76200" cy="123825"/>
            </a:xfrm>
            <a:custGeom>
              <a:avLst/>
              <a:gdLst>
                <a:gd name="connsiteX0" fmla="*/ 18288 w 76200"/>
                <a:gd name="connsiteY0" fmla="*/ 120015 h 123825"/>
                <a:gd name="connsiteX1" fmla="*/ 62865 w 76200"/>
                <a:gd name="connsiteY1" fmla="*/ 120015 h 123825"/>
                <a:gd name="connsiteX2" fmla="*/ 74009 w 76200"/>
                <a:gd name="connsiteY2" fmla="*/ 108871 h 123825"/>
                <a:gd name="connsiteX3" fmla="*/ 74009 w 76200"/>
                <a:gd name="connsiteY3" fmla="*/ 18288 h 123825"/>
                <a:gd name="connsiteX4" fmla="*/ 62865 w 76200"/>
                <a:gd name="connsiteY4" fmla="*/ 7144 h 123825"/>
                <a:gd name="connsiteX5" fmla="*/ 18288 w 76200"/>
                <a:gd name="connsiteY5" fmla="*/ 7144 h 123825"/>
                <a:gd name="connsiteX6" fmla="*/ 7144 w 76200"/>
                <a:gd name="connsiteY6" fmla="*/ 18288 h 123825"/>
                <a:gd name="connsiteX7" fmla="*/ 7144 w 76200"/>
                <a:gd name="connsiteY7" fmla="*/ 108966 h 123825"/>
                <a:gd name="connsiteX8" fmla="*/ 18288 w 76200"/>
                <a:gd name="connsiteY8" fmla="*/ 120015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200" h="123825">
                  <a:moveTo>
                    <a:pt x="18288" y="120015"/>
                  </a:moveTo>
                  <a:lnTo>
                    <a:pt x="62865" y="120015"/>
                  </a:lnTo>
                  <a:cubicBezTo>
                    <a:pt x="69056" y="120015"/>
                    <a:pt x="74009" y="115062"/>
                    <a:pt x="74009" y="108871"/>
                  </a:cubicBezTo>
                  <a:lnTo>
                    <a:pt x="74009" y="18288"/>
                  </a:lnTo>
                  <a:cubicBezTo>
                    <a:pt x="74009" y="12097"/>
                    <a:pt x="69056" y="7144"/>
                    <a:pt x="62865" y="7144"/>
                  </a:cubicBez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108966"/>
                  </a:lnTo>
                  <a:cubicBezTo>
                    <a:pt x="7144" y="115062"/>
                    <a:pt x="12097" y="120015"/>
                    <a:pt x="18288" y="1200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3" name="자유형: 도형 55">
              <a:extLst>
                <a:ext uri="{FF2B5EF4-FFF2-40B4-BE49-F238E27FC236}">
                  <a16:creationId xmlns="" xmlns:a16="http://schemas.microsoft.com/office/drawing/2014/main" id="{EAC72EA6-F716-44C9-BB56-FD50F26F012A}"/>
                </a:ext>
              </a:extLst>
            </p:cNvPr>
            <p:cNvSpPr/>
            <p:nvPr/>
          </p:nvSpPr>
          <p:spPr>
            <a:xfrm>
              <a:off x="2275323" y="1717357"/>
              <a:ext cx="76200" cy="171450"/>
            </a:xfrm>
            <a:custGeom>
              <a:avLst/>
              <a:gdLst>
                <a:gd name="connsiteX0" fmla="*/ 7144 w 76200"/>
                <a:gd name="connsiteY0" fmla="*/ 18288 h 171450"/>
                <a:gd name="connsiteX1" fmla="*/ 7144 w 76200"/>
                <a:gd name="connsiteY1" fmla="*/ 153543 h 171450"/>
                <a:gd name="connsiteX2" fmla="*/ 18288 w 76200"/>
                <a:gd name="connsiteY2" fmla="*/ 164687 h 171450"/>
                <a:gd name="connsiteX3" fmla="*/ 62865 w 76200"/>
                <a:gd name="connsiteY3" fmla="*/ 164687 h 171450"/>
                <a:gd name="connsiteX4" fmla="*/ 74009 w 76200"/>
                <a:gd name="connsiteY4" fmla="*/ 153543 h 171450"/>
                <a:gd name="connsiteX5" fmla="*/ 74009 w 76200"/>
                <a:gd name="connsiteY5" fmla="*/ 18288 h 171450"/>
                <a:gd name="connsiteX6" fmla="*/ 62865 w 76200"/>
                <a:gd name="connsiteY6" fmla="*/ 7144 h 171450"/>
                <a:gd name="connsiteX7" fmla="*/ 18288 w 76200"/>
                <a:gd name="connsiteY7" fmla="*/ 7144 h 171450"/>
                <a:gd name="connsiteX8" fmla="*/ 7144 w 76200"/>
                <a:gd name="connsiteY8" fmla="*/ 18288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200" h="171450">
                  <a:moveTo>
                    <a:pt x="7144" y="18288"/>
                  </a:moveTo>
                  <a:lnTo>
                    <a:pt x="7144" y="153543"/>
                  </a:lnTo>
                  <a:cubicBezTo>
                    <a:pt x="7144" y="159734"/>
                    <a:pt x="12097" y="164687"/>
                    <a:pt x="18288" y="164687"/>
                  </a:cubicBezTo>
                  <a:lnTo>
                    <a:pt x="62865" y="164687"/>
                  </a:lnTo>
                  <a:cubicBezTo>
                    <a:pt x="69056" y="164687"/>
                    <a:pt x="74009" y="159734"/>
                    <a:pt x="74009" y="153543"/>
                  </a:cubicBezTo>
                  <a:lnTo>
                    <a:pt x="74009" y="18288"/>
                  </a:lnTo>
                  <a:cubicBezTo>
                    <a:pt x="74009" y="12097"/>
                    <a:pt x="69056" y="7144"/>
                    <a:pt x="62865" y="7144"/>
                  </a:cubicBez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4" name="자유형: 도형 56">
              <a:extLst>
                <a:ext uri="{FF2B5EF4-FFF2-40B4-BE49-F238E27FC236}">
                  <a16:creationId xmlns="" xmlns:a16="http://schemas.microsoft.com/office/drawing/2014/main" id="{0FE34A93-D5A2-4BFE-8EAD-B6A87F59E7D0}"/>
                </a:ext>
              </a:extLst>
            </p:cNvPr>
            <p:cNvSpPr/>
            <p:nvPr/>
          </p:nvSpPr>
          <p:spPr>
            <a:xfrm>
              <a:off x="2186138" y="1561337"/>
              <a:ext cx="190500" cy="161925"/>
            </a:xfrm>
            <a:custGeom>
              <a:avLst/>
              <a:gdLst>
                <a:gd name="connsiteX0" fmla="*/ 9842 w 190500"/>
                <a:gd name="connsiteY0" fmla="*/ 159258 h 161925"/>
                <a:gd name="connsiteX1" fmla="*/ 25558 w 190500"/>
                <a:gd name="connsiteY1" fmla="*/ 160496 h 161925"/>
                <a:gd name="connsiteX2" fmla="*/ 163195 w 190500"/>
                <a:gd name="connsiteY2" fmla="*/ 42481 h 161925"/>
                <a:gd name="connsiteX3" fmla="*/ 163195 w 190500"/>
                <a:gd name="connsiteY3" fmla="*/ 63818 h 161925"/>
                <a:gd name="connsiteX4" fmla="*/ 168148 w 190500"/>
                <a:gd name="connsiteY4" fmla="*/ 72295 h 161925"/>
                <a:gd name="connsiteX5" fmla="*/ 185483 w 190500"/>
                <a:gd name="connsiteY5" fmla="*/ 62865 h 161925"/>
                <a:gd name="connsiteX6" fmla="*/ 185483 w 190500"/>
                <a:gd name="connsiteY6" fmla="*/ 16669 h 161925"/>
                <a:gd name="connsiteX7" fmla="*/ 175958 w 190500"/>
                <a:gd name="connsiteY7" fmla="*/ 7144 h 161925"/>
                <a:gd name="connsiteX8" fmla="*/ 128809 w 190500"/>
                <a:gd name="connsiteY8" fmla="*/ 7144 h 161925"/>
                <a:gd name="connsiteX9" fmla="*/ 120332 w 190500"/>
                <a:gd name="connsiteY9" fmla="*/ 12097 h 161925"/>
                <a:gd name="connsiteX10" fmla="*/ 129762 w 190500"/>
                <a:gd name="connsiteY10" fmla="*/ 29432 h 161925"/>
                <a:gd name="connsiteX11" fmla="*/ 144240 w 190500"/>
                <a:gd name="connsiteY11" fmla="*/ 29432 h 161925"/>
                <a:gd name="connsiteX12" fmla="*/ 11080 w 190500"/>
                <a:gd name="connsiteY12" fmla="*/ 143542 h 161925"/>
                <a:gd name="connsiteX13" fmla="*/ 9842 w 190500"/>
                <a:gd name="connsiteY13" fmla="*/ 159258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0500" h="161925">
                  <a:moveTo>
                    <a:pt x="9842" y="159258"/>
                  </a:moveTo>
                  <a:cubicBezTo>
                    <a:pt x="13843" y="163925"/>
                    <a:pt x="20891" y="164497"/>
                    <a:pt x="25558" y="160496"/>
                  </a:cubicBezTo>
                  <a:lnTo>
                    <a:pt x="163195" y="42481"/>
                  </a:lnTo>
                  <a:lnTo>
                    <a:pt x="163195" y="63818"/>
                  </a:lnTo>
                  <a:cubicBezTo>
                    <a:pt x="163195" y="67342"/>
                    <a:pt x="165004" y="70580"/>
                    <a:pt x="168148" y="72295"/>
                  </a:cubicBezTo>
                  <a:cubicBezTo>
                    <a:pt x="176816" y="77057"/>
                    <a:pt x="185483" y="70961"/>
                    <a:pt x="185483" y="62865"/>
                  </a:cubicBezTo>
                  <a:lnTo>
                    <a:pt x="185483" y="16669"/>
                  </a:lnTo>
                  <a:cubicBezTo>
                    <a:pt x="185483" y="11430"/>
                    <a:pt x="181197" y="7144"/>
                    <a:pt x="175958" y="7144"/>
                  </a:cubicBezTo>
                  <a:lnTo>
                    <a:pt x="128809" y="7144"/>
                  </a:lnTo>
                  <a:cubicBezTo>
                    <a:pt x="125285" y="7144"/>
                    <a:pt x="122047" y="8954"/>
                    <a:pt x="120332" y="12097"/>
                  </a:cubicBezTo>
                  <a:cubicBezTo>
                    <a:pt x="115570" y="20765"/>
                    <a:pt x="121666" y="29432"/>
                    <a:pt x="129762" y="29432"/>
                  </a:cubicBezTo>
                  <a:lnTo>
                    <a:pt x="144240" y="29432"/>
                  </a:lnTo>
                  <a:lnTo>
                    <a:pt x="11080" y="143542"/>
                  </a:lnTo>
                  <a:cubicBezTo>
                    <a:pt x="6318" y="147542"/>
                    <a:pt x="5842" y="154591"/>
                    <a:pt x="9842" y="1592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5" name="자유형: 도형 57">
              <a:extLst>
                <a:ext uri="{FF2B5EF4-FFF2-40B4-BE49-F238E27FC236}">
                  <a16:creationId xmlns="" xmlns:a16="http://schemas.microsoft.com/office/drawing/2014/main" id="{1588EB85-75C2-4A3C-8185-DFB7473F3185}"/>
                </a:ext>
              </a:extLst>
            </p:cNvPr>
            <p:cNvSpPr/>
            <p:nvPr/>
          </p:nvSpPr>
          <p:spPr>
            <a:xfrm>
              <a:off x="2353367" y="1605938"/>
              <a:ext cx="95250" cy="276225"/>
            </a:xfrm>
            <a:custGeom>
              <a:avLst/>
              <a:gdLst>
                <a:gd name="connsiteX0" fmla="*/ 40542 w 95250"/>
                <a:gd name="connsiteY0" fmla="*/ 276011 h 276225"/>
                <a:gd name="connsiteX1" fmla="*/ 62830 w 95250"/>
                <a:gd name="connsiteY1" fmla="*/ 276011 h 276225"/>
                <a:gd name="connsiteX2" fmla="*/ 73975 w 95250"/>
                <a:gd name="connsiteY2" fmla="*/ 264866 h 276225"/>
                <a:gd name="connsiteX3" fmla="*/ 73975 w 95250"/>
                <a:gd name="connsiteY3" fmla="*/ 85130 h 276225"/>
                <a:gd name="connsiteX4" fmla="*/ 84928 w 95250"/>
                <a:gd name="connsiteY4" fmla="*/ 85130 h 276225"/>
                <a:gd name="connsiteX5" fmla="*/ 92834 w 95250"/>
                <a:gd name="connsiteY5" fmla="*/ 82082 h 276225"/>
                <a:gd name="connsiteX6" fmla="*/ 94453 w 95250"/>
                <a:gd name="connsiteY6" fmla="*/ 67794 h 276225"/>
                <a:gd name="connsiteX7" fmla="*/ 61021 w 95250"/>
                <a:gd name="connsiteY7" fmla="*/ 11787 h 276225"/>
                <a:gd name="connsiteX8" fmla="*/ 42447 w 95250"/>
                <a:gd name="connsiteY8" fmla="*/ 11787 h 276225"/>
                <a:gd name="connsiteX9" fmla="*/ 9014 w 95250"/>
                <a:gd name="connsiteY9" fmla="*/ 67794 h 276225"/>
                <a:gd name="connsiteX10" fmla="*/ 8443 w 95250"/>
                <a:gd name="connsiteY10" fmla="*/ 79224 h 276225"/>
                <a:gd name="connsiteX11" fmla="*/ 18253 w 95250"/>
                <a:gd name="connsiteY11" fmla="*/ 85130 h 276225"/>
                <a:gd name="connsiteX12" fmla="*/ 29398 w 95250"/>
                <a:gd name="connsiteY12" fmla="*/ 85130 h 276225"/>
                <a:gd name="connsiteX13" fmla="*/ 29398 w 95250"/>
                <a:gd name="connsiteY13" fmla="*/ 264962 h 276225"/>
                <a:gd name="connsiteX14" fmla="*/ 40542 w 95250"/>
                <a:gd name="connsiteY14" fmla="*/ 27601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5250" h="276225">
                  <a:moveTo>
                    <a:pt x="40542" y="276011"/>
                  </a:moveTo>
                  <a:lnTo>
                    <a:pt x="62830" y="276011"/>
                  </a:lnTo>
                  <a:cubicBezTo>
                    <a:pt x="69022" y="276011"/>
                    <a:pt x="73975" y="271058"/>
                    <a:pt x="73975" y="264866"/>
                  </a:cubicBezTo>
                  <a:lnTo>
                    <a:pt x="73975" y="85130"/>
                  </a:lnTo>
                  <a:lnTo>
                    <a:pt x="84928" y="85130"/>
                  </a:lnTo>
                  <a:cubicBezTo>
                    <a:pt x="87881" y="85130"/>
                    <a:pt x="90739" y="84082"/>
                    <a:pt x="92834" y="82082"/>
                  </a:cubicBezTo>
                  <a:cubicBezTo>
                    <a:pt x="96835" y="78176"/>
                    <a:pt x="97311" y="72176"/>
                    <a:pt x="94453" y="67794"/>
                  </a:cubicBezTo>
                  <a:lnTo>
                    <a:pt x="61021" y="11787"/>
                  </a:lnTo>
                  <a:cubicBezTo>
                    <a:pt x="56925" y="5596"/>
                    <a:pt x="46638" y="5596"/>
                    <a:pt x="42447" y="11787"/>
                  </a:cubicBezTo>
                  <a:lnTo>
                    <a:pt x="9014" y="67794"/>
                  </a:lnTo>
                  <a:cubicBezTo>
                    <a:pt x="6728" y="71223"/>
                    <a:pt x="6538" y="75605"/>
                    <a:pt x="8443" y="79224"/>
                  </a:cubicBezTo>
                  <a:cubicBezTo>
                    <a:pt x="10348" y="82844"/>
                    <a:pt x="14158" y="85130"/>
                    <a:pt x="18253" y="85130"/>
                  </a:cubicBezTo>
                  <a:lnTo>
                    <a:pt x="29398" y="85130"/>
                  </a:lnTo>
                  <a:lnTo>
                    <a:pt x="29398" y="264962"/>
                  </a:lnTo>
                  <a:cubicBezTo>
                    <a:pt x="29398" y="271058"/>
                    <a:pt x="34351" y="276011"/>
                    <a:pt x="40542" y="27601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16" name="그룹 341">
            <a:extLst>
              <a:ext uri="{FF2B5EF4-FFF2-40B4-BE49-F238E27FC236}">
                <a16:creationId xmlns="" xmlns:a16="http://schemas.microsoft.com/office/drawing/2014/main" id="{2E2CC18F-40AC-4E00-82E5-67528286C5C2}"/>
              </a:ext>
            </a:extLst>
          </p:cNvPr>
          <p:cNvGrpSpPr/>
          <p:nvPr/>
        </p:nvGrpSpPr>
        <p:grpSpPr>
          <a:xfrm>
            <a:off x="2725667" y="5620193"/>
            <a:ext cx="1075609" cy="1141064"/>
            <a:chOff x="4115139" y="1551336"/>
            <a:chExt cx="397937" cy="402622"/>
          </a:xfrm>
          <a:solidFill>
            <a:schemeClr val="bg1"/>
          </a:solidFill>
        </p:grpSpPr>
        <p:sp>
          <p:nvSpPr>
            <p:cNvPr id="17" name="자유형: 도형 342">
              <a:extLst>
                <a:ext uri="{FF2B5EF4-FFF2-40B4-BE49-F238E27FC236}">
                  <a16:creationId xmlns="" xmlns:a16="http://schemas.microsoft.com/office/drawing/2014/main" id="{3FAAD3EE-C1A1-4338-8311-6C288E6EAA35}"/>
                </a:ext>
              </a:extLst>
            </p:cNvPr>
            <p:cNvSpPr/>
            <p:nvPr/>
          </p:nvSpPr>
          <p:spPr>
            <a:xfrm>
              <a:off x="4316626" y="1551336"/>
              <a:ext cx="190500" cy="190500"/>
            </a:xfrm>
            <a:custGeom>
              <a:avLst/>
              <a:gdLst>
                <a:gd name="connsiteX0" fmla="*/ 20764 w 190500"/>
                <a:gd name="connsiteY0" fmla="*/ 190595 h 190500"/>
                <a:gd name="connsiteX1" fmla="*/ 177070 w 190500"/>
                <a:gd name="connsiteY1" fmla="*/ 190595 h 190500"/>
                <a:gd name="connsiteX2" fmla="*/ 190595 w 190500"/>
                <a:gd name="connsiteY2" fmla="*/ 177165 h 190500"/>
                <a:gd name="connsiteX3" fmla="*/ 20574 w 190500"/>
                <a:gd name="connsiteY3" fmla="*/ 7144 h 190500"/>
                <a:gd name="connsiteX4" fmla="*/ 7144 w 190500"/>
                <a:gd name="connsiteY4" fmla="*/ 20669 h 190500"/>
                <a:gd name="connsiteX5" fmla="*/ 7144 w 190500"/>
                <a:gd name="connsiteY5" fmla="*/ 176974 h 190500"/>
                <a:gd name="connsiteX6" fmla="*/ 20764 w 190500"/>
                <a:gd name="connsiteY6" fmla="*/ 190595 h 190500"/>
                <a:gd name="connsiteX7" fmla="*/ 34385 w 190500"/>
                <a:gd name="connsiteY7" fmla="*/ 34957 h 190500"/>
                <a:gd name="connsiteX8" fmla="*/ 162878 w 190500"/>
                <a:gd name="connsiteY8" fmla="*/ 163449 h 190500"/>
                <a:gd name="connsiteX9" fmla="*/ 34385 w 190500"/>
                <a:gd name="connsiteY9" fmla="*/ 163449 h 190500"/>
                <a:gd name="connsiteX10" fmla="*/ 34385 w 190500"/>
                <a:gd name="connsiteY10" fmla="*/ 34957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500" h="190500">
                  <a:moveTo>
                    <a:pt x="20764" y="190595"/>
                  </a:moveTo>
                  <a:lnTo>
                    <a:pt x="177070" y="190595"/>
                  </a:lnTo>
                  <a:cubicBezTo>
                    <a:pt x="184499" y="190595"/>
                    <a:pt x="190595" y="184594"/>
                    <a:pt x="190595" y="177165"/>
                  </a:cubicBezTo>
                  <a:cubicBezTo>
                    <a:pt x="190690" y="83439"/>
                    <a:pt x="114395" y="7144"/>
                    <a:pt x="20574" y="7144"/>
                  </a:cubicBezTo>
                  <a:cubicBezTo>
                    <a:pt x="13145" y="7144"/>
                    <a:pt x="7144" y="13240"/>
                    <a:pt x="7144" y="20669"/>
                  </a:cubicBezTo>
                  <a:lnTo>
                    <a:pt x="7144" y="176974"/>
                  </a:lnTo>
                  <a:cubicBezTo>
                    <a:pt x="7239" y="184499"/>
                    <a:pt x="13335" y="190595"/>
                    <a:pt x="20764" y="190595"/>
                  </a:cubicBezTo>
                  <a:close/>
                  <a:moveTo>
                    <a:pt x="34385" y="34957"/>
                  </a:moveTo>
                  <a:cubicBezTo>
                    <a:pt x="102298" y="41338"/>
                    <a:pt x="156496" y="95631"/>
                    <a:pt x="162878" y="163449"/>
                  </a:cubicBezTo>
                  <a:lnTo>
                    <a:pt x="34385" y="163449"/>
                  </a:lnTo>
                  <a:cubicBezTo>
                    <a:pt x="34385" y="163449"/>
                    <a:pt x="34385" y="34957"/>
                    <a:pt x="34385" y="349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8" name="자유형: 도형 343">
              <a:extLst>
                <a:ext uri="{FF2B5EF4-FFF2-40B4-BE49-F238E27FC236}">
                  <a16:creationId xmlns="" xmlns:a16="http://schemas.microsoft.com/office/drawing/2014/main" id="{1C23E004-481A-40B6-91F0-3167AD65E539}"/>
                </a:ext>
              </a:extLst>
            </p:cNvPr>
            <p:cNvSpPr/>
            <p:nvPr/>
          </p:nvSpPr>
          <p:spPr>
            <a:xfrm>
              <a:off x="4115139" y="1601533"/>
              <a:ext cx="304800" cy="352425"/>
            </a:xfrm>
            <a:custGeom>
              <a:avLst/>
              <a:gdLst>
                <a:gd name="connsiteX0" fmla="*/ 190628 w 304800"/>
                <a:gd name="connsiteY0" fmla="*/ 171355 h 352425"/>
                <a:gd name="connsiteX1" fmla="*/ 190628 w 304800"/>
                <a:gd name="connsiteY1" fmla="*/ 20669 h 352425"/>
                <a:gd name="connsiteX2" fmla="*/ 176912 w 304800"/>
                <a:gd name="connsiteY2" fmla="*/ 7144 h 352425"/>
                <a:gd name="connsiteX3" fmla="*/ 7272 w 304800"/>
                <a:gd name="connsiteY3" fmla="*/ 183737 h 352425"/>
                <a:gd name="connsiteX4" fmla="*/ 169102 w 304800"/>
                <a:gd name="connsiteY4" fmla="*/ 346710 h 352425"/>
                <a:gd name="connsiteX5" fmla="*/ 297118 w 304800"/>
                <a:gd name="connsiteY5" fmla="*/ 297180 h 352425"/>
                <a:gd name="connsiteX6" fmla="*/ 301023 w 304800"/>
                <a:gd name="connsiteY6" fmla="*/ 287084 h 352425"/>
                <a:gd name="connsiteX7" fmla="*/ 297023 w 304800"/>
                <a:gd name="connsiteY7" fmla="*/ 277940 h 352425"/>
                <a:gd name="connsiteX8" fmla="*/ 190628 w 304800"/>
                <a:gd name="connsiteY8" fmla="*/ 171355 h 352425"/>
                <a:gd name="connsiteX9" fmla="*/ 34514 w 304800"/>
                <a:gd name="connsiteY9" fmla="*/ 184023 h 352425"/>
                <a:gd name="connsiteX10" fmla="*/ 163482 w 304800"/>
                <a:gd name="connsiteY10" fmla="*/ 34957 h 352425"/>
                <a:gd name="connsiteX11" fmla="*/ 163482 w 304800"/>
                <a:gd name="connsiteY11" fmla="*/ 177070 h 352425"/>
                <a:gd name="connsiteX12" fmla="*/ 167482 w 304800"/>
                <a:gd name="connsiteY12" fmla="*/ 186690 h 352425"/>
                <a:gd name="connsiteX13" fmla="*/ 267971 w 304800"/>
                <a:gd name="connsiteY13" fmla="*/ 287179 h 352425"/>
                <a:gd name="connsiteX14" fmla="*/ 171007 w 304800"/>
                <a:gd name="connsiteY14" fmla="*/ 319754 h 352425"/>
                <a:gd name="connsiteX15" fmla="*/ 34514 w 304800"/>
                <a:gd name="connsiteY15" fmla="*/ 184023 h 35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04800" h="352425">
                  <a:moveTo>
                    <a:pt x="190628" y="171355"/>
                  </a:moveTo>
                  <a:lnTo>
                    <a:pt x="190628" y="20669"/>
                  </a:lnTo>
                  <a:cubicBezTo>
                    <a:pt x="190628" y="13144"/>
                    <a:pt x="184437" y="7144"/>
                    <a:pt x="176912" y="7144"/>
                  </a:cubicBezTo>
                  <a:cubicBezTo>
                    <a:pt x="81091" y="7239"/>
                    <a:pt x="3557" y="87058"/>
                    <a:pt x="7272" y="183737"/>
                  </a:cubicBezTo>
                  <a:cubicBezTo>
                    <a:pt x="10701" y="271463"/>
                    <a:pt x="81472" y="342805"/>
                    <a:pt x="169102" y="346710"/>
                  </a:cubicBezTo>
                  <a:cubicBezTo>
                    <a:pt x="217393" y="348901"/>
                    <a:pt x="263209" y="331089"/>
                    <a:pt x="297118" y="297180"/>
                  </a:cubicBezTo>
                  <a:cubicBezTo>
                    <a:pt x="299785" y="294513"/>
                    <a:pt x="301214" y="290798"/>
                    <a:pt x="301023" y="287084"/>
                  </a:cubicBezTo>
                  <a:cubicBezTo>
                    <a:pt x="300928" y="283655"/>
                    <a:pt x="299404" y="280416"/>
                    <a:pt x="297023" y="277940"/>
                  </a:cubicBezTo>
                  <a:lnTo>
                    <a:pt x="190628" y="171355"/>
                  </a:lnTo>
                  <a:close/>
                  <a:moveTo>
                    <a:pt x="34514" y="184023"/>
                  </a:moveTo>
                  <a:cubicBezTo>
                    <a:pt x="30799" y="106775"/>
                    <a:pt x="88901" y="42005"/>
                    <a:pt x="163482" y="34957"/>
                  </a:cubicBezTo>
                  <a:lnTo>
                    <a:pt x="163482" y="177070"/>
                  </a:lnTo>
                  <a:cubicBezTo>
                    <a:pt x="163482" y="180689"/>
                    <a:pt x="164911" y="184118"/>
                    <a:pt x="167482" y="186690"/>
                  </a:cubicBezTo>
                  <a:lnTo>
                    <a:pt x="267971" y="287179"/>
                  </a:lnTo>
                  <a:cubicBezTo>
                    <a:pt x="240920" y="309658"/>
                    <a:pt x="206725" y="321183"/>
                    <a:pt x="171007" y="319754"/>
                  </a:cubicBezTo>
                  <a:cubicBezTo>
                    <a:pt x="97664" y="316516"/>
                    <a:pt x="38038" y="257270"/>
                    <a:pt x="34514" y="1840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9" name="자유형: 도형 344">
              <a:extLst>
                <a:ext uri="{FF2B5EF4-FFF2-40B4-BE49-F238E27FC236}">
                  <a16:creationId xmlns="" xmlns:a16="http://schemas.microsoft.com/office/drawing/2014/main" id="{39F6D476-A0BC-47BA-AC50-1C0E2DA11CA3}"/>
                </a:ext>
              </a:extLst>
            </p:cNvPr>
            <p:cNvSpPr/>
            <p:nvPr/>
          </p:nvSpPr>
          <p:spPr>
            <a:xfrm>
              <a:off x="4322576" y="1749266"/>
              <a:ext cx="190500" cy="142875"/>
            </a:xfrm>
            <a:custGeom>
              <a:avLst/>
              <a:gdLst>
                <a:gd name="connsiteX0" fmla="*/ 176930 w 190500"/>
                <a:gd name="connsiteY0" fmla="*/ 7144 h 142875"/>
                <a:gd name="connsiteX1" fmla="*/ 21006 w 190500"/>
                <a:gd name="connsiteY1" fmla="*/ 7144 h 142875"/>
                <a:gd name="connsiteX2" fmla="*/ 10433 w 190500"/>
                <a:gd name="connsiteY2" fmla="*/ 11811 h 142875"/>
                <a:gd name="connsiteX3" fmla="*/ 11099 w 190500"/>
                <a:gd name="connsiteY3" fmla="*/ 30290 h 142875"/>
                <a:gd name="connsiteX4" fmla="*/ 121589 w 190500"/>
                <a:gd name="connsiteY4" fmla="*/ 140779 h 142875"/>
                <a:gd name="connsiteX5" fmla="*/ 121971 w 190500"/>
                <a:gd name="connsiteY5" fmla="*/ 141161 h 142875"/>
                <a:gd name="connsiteX6" fmla="*/ 121971 w 190500"/>
                <a:gd name="connsiteY6" fmla="*/ 141161 h 142875"/>
                <a:gd name="connsiteX7" fmla="*/ 131210 w 190500"/>
                <a:gd name="connsiteY7" fmla="*/ 144780 h 142875"/>
                <a:gd name="connsiteX8" fmla="*/ 140830 w 190500"/>
                <a:gd name="connsiteY8" fmla="*/ 140779 h 142875"/>
                <a:gd name="connsiteX9" fmla="*/ 190551 w 190500"/>
                <a:gd name="connsiteY9" fmla="*/ 20479 h 142875"/>
                <a:gd name="connsiteX10" fmla="*/ 176930 w 190500"/>
                <a:gd name="connsiteY10" fmla="*/ 7144 h 142875"/>
                <a:gd name="connsiteX11" fmla="*/ 130734 w 190500"/>
                <a:gd name="connsiteY11" fmla="*/ 111633 h 142875"/>
                <a:gd name="connsiteX12" fmla="*/ 53390 w 190500"/>
                <a:gd name="connsiteY12" fmla="*/ 34290 h 142875"/>
                <a:gd name="connsiteX13" fmla="*/ 162738 w 190500"/>
                <a:gd name="connsiteY13" fmla="*/ 34290 h 142875"/>
                <a:gd name="connsiteX14" fmla="*/ 130734 w 190500"/>
                <a:gd name="connsiteY14" fmla="*/ 111633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90500" h="142875">
                  <a:moveTo>
                    <a:pt x="176930" y="7144"/>
                  </a:moveTo>
                  <a:lnTo>
                    <a:pt x="21006" y="7144"/>
                  </a:lnTo>
                  <a:cubicBezTo>
                    <a:pt x="17005" y="7144"/>
                    <a:pt x="13005" y="8763"/>
                    <a:pt x="10433" y="11811"/>
                  </a:cubicBezTo>
                  <a:cubicBezTo>
                    <a:pt x="5670" y="17431"/>
                    <a:pt x="6242" y="25432"/>
                    <a:pt x="11099" y="30290"/>
                  </a:cubicBezTo>
                  <a:lnTo>
                    <a:pt x="121589" y="140779"/>
                  </a:lnTo>
                  <a:cubicBezTo>
                    <a:pt x="121685" y="140875"/>
                    <a:pt x="121875" y="141065"/>
                    <a:pt x="121971" y="141161"/>
                  </a:cubicBezTo>
                  <a:lnTo>
                    <a:pt x="121971" y="141161"/>
                  </a:lnTo>
                  <a:cubicBezTo>
                    <a:pt x="124542" y="143542"/>
                    <a:pt x="127876" y="144780"/>
                    <a:pt x="131210" y="144780"/>
                  </a:cubicBezTo>
                  <a:cubicBezTo>
                    <a:pt x="134734" y="144780"/>
                    <a:pt x="138163" y="143446"/>
                    <a:pt x="140830" y="140779"/>
                  </a:cubicBezTo>
                  <a:cubicBezTo>
                    <a:pt x="172929" y="108680"/>
                    <a:pt x="190646" y="65913"/>
                    <a:pt x="190551" y="20479"/>
                  </a:cubicBezTo>
                  <a:cubicBezTo>
                    <a:pt x="190551" y="13144"/>
                    <a:pt x="184359" y="7144"/>
                    <a:pt x="176930" y="7144"/>
                  </a:cubicBezTo>
                  <a:close/>
                  <a:moveTo>
                    <a:pt x="130734" y="111633"/>
                  </a:moveTo>
                  <a:lnTo>
                    <a:pt x="53390" y="34290"/>
                  </a:lnTo>
                  <a:lnTo>
                    <a:pt x="162738" y="34290"/>
                  </a:lnTo>
                  <a:cubicBezTo>
                    <a:pt x="160071" y="62770"/>
                    <a:pt x="149022" y="89535"/>
                    <a:pt x="130734" y="11163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20" name="그룹 70">
            <a:extLst>
              <a:ext uri="{FF2B5EF4-FFF2-40B4-BE49-F238E27FC236}">
                <a16:creationId xmlns="" xmlns:a16="http://schemas.microsoft.com/office/drawing/2014/main" id="{B8A78E7A-B549-45D3-A431-C47B086BE4BD}"/>
              </a:ext>
            </a:extLst>
          </p:cNvPr>
          <p:cNvGrpSpPr/>
          <p:nvPr/>
        </p:nvGrpSpPr>
        <p:grpSpPr>
          <a:xfrm>
            <a:off x="4329805" y="4978400"/>
            <a:ext cx="990209" cy="1015001"/>
            <a:chOff x="752656" y="1562597"/>
            <a:chExt cx="390525" cy="390525"/>
          </a:xfrm>
          <a:solidFill>
            <a:schemeClr val="bg1"/>
          </a:solidFill>
        </p:grpSpPr>
        <p:sp>
          <p:nvSpPr>
            <p:cNvPr id="21" name="자유형: 도형 71">
              <a:extLst>
                <a:ext uri="{FF2B5EF4-FFF2-40B4-BE49-F238E27FC236}">
                  <a16:creationId xmlns="" xmlns:a16="http://schemas.microsoft.com/office/drawing/2014/main" id="{3054A3B0-377C-4285-BA8E-DABBFC8C5C92}"/>
                </a:ext>
              </a:extLst>
            </p:cNvPr>
            <p:cNvSpPr/>
            <p:nvPr/>
          </p:nvSpPr>
          <p:spPr>
            <a:xfrm>
              <a:off x="797621" y="1607153"/>
              <a:ext cx="209550" cy="161925"/>
            </a:xfrm>
            <a:custGeom>
              <a:avLst/>
              <a:gdLst>
                <a:gd name="connsiteX0" fmla="*/ 26568 w 209550"/>
                <a:gd name="connsiteY0" fmla="*/ 159925 h 161925"/>
                <a:gd name="connsiteX1" fmla="*/ 85528 w 209550"/>
                <a:gd name="connsiteY1" fmla="*/ 100965 h 161925"/>
                <a:gd name="connsiteX2" fmla="*/ 102292 w 209550"/>
                <a:gd name="connsiteY2" fmla="*/ 117729 h 161925"/>
                <a:gd name="connsiteX3" fmla="*/ 113437 w 209550"/>
                <a:gd name="connsiteY3" fmla="*/ 117729 h 161925"/>
                <a:gd name="connsiteX4" fmla="*/ 185922 w 209550"/>
                <a:gd name="connsiteY4" fmla="*/ 45244 h 161925"/>
                <a:gd name="connsiteX5" fmla="*/ 185922 w 209550"/>
                <a:gd name="connsiteY5" fmla="*/ 64770 h 161925"/>
                <a:gd name="connsiteX6" fmla="*/ 189065 w 209550"/>
                <a:gd name="connsiteY6" fmla="*/ 71152 h 161925"/>
                <a:gd name="connsiteX7" fmla="*/ 208210 w 209550"/>
                <a:gd name="connsiteY7" fmla="*/ 62865 h 161925"/>
                <a:gd name="connsiteX8" fmla="*/ 208210 w 209550"/>
                <a:gd name="connsiteY8" fmla="*/ 18288 h 161925"/>
                <a:gd name="connsiteX9" fmla="*/ 197066 w 209550"/>
                <a:gd name="connsiteY9" fmla="*/ 7144 h 161925"/>
                <a:gd name="connsiteX10" fmla="*/ 150584 w 209550"/>
                <a:gd name="connsiteY10" fmla="*/ 7144 h 161925"/>
                <a:gd name="connsiteX11" fmla="*/ 144202 w 209550"/>
                <a:gd name="connsiteY11" fmla="*/ 10287 h 161925"/>
                <a:gd name="connsiteX12" fmla="*/ 152489 w 209550"/>
                <a:gd name="connsiteY12" fmla="*/ 29432 h 161925"/>
                <a:gd name="connsiteX13" fmla="*/ 170205 w 209550"/>
                <a:gd name="connsiteY13" fmla="*/ 29432 h 161925"/>
                <a:gd name="connsiteX14" fmla="*/ 107912 w 209550"/>
                <a:gd name="connsiteY14" fmla="*/ 91726 h 161925"/>
                <a:gd name="connsiteX15" fmla="*/ 91148 w 209550"/>
                <a:gd name="connsiteY15" fmla="*/ 74962 h 161925"/>
                <a:gd name="connsiteX16" fmla="*/ 80004 w 209550"/>
                <a:gd name="connsiteY16" fmla="*/ 74962 h 161925"/>
                <a:gd name="connsiteX17" fmla="*/ 9519 w 209550"/>
                <a:gd name="connsiteY17" fmla="*/ 145447 h 161925"/>
                <a:gd name="connsiteX18" fmla="*/ 7233 w 209550"/>
                <a:gd name="connsiteY18" fmla="*/ 152209 h 161925"/>
                <a:gd name="connsiteX19" fmla="*/ 26568 w 209550"/>
                <a:gd name="connsiteY19" fmla="*/ 159925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09550" h="161925">
                  <a:moveTo>
                    <a:pt x="26568" y="159925"/>
                  </a:moveTo>
                  <a:lnTo>
                    <a:pt x="85528" y="100965"/>
                  </a:lnTo>
                  <a:lnTo>
                    <a:pt x="102292" y="117729"/>
                  </a:lnTo>
                  <a:cubicBezTo>
                    <a:pt x="105340" y="120777"/>
                    <a:pt x="110388" y="120777"/>
                    <a:pt x="113437" y="117729"/>
                  </a:cubicBezTo>
                  <a:lnTo>
                    <a:pt x="185922" y="45244"/>
                  </a:lnTo>
                  <a:lnTo>
                    <a:pt x="185922" y="64770"/>
                  </a:lnTo>
                  <a:cubicBezTo>
                    <a:pt x="185922" y="67246"/>
                    <a:pt x="187065" y="69723"/>
                    <a:pt x="189065" y="71152"/>
                  </a:cubicBezTo>
                  <a:cubicBezTo>
                    <a:pt x="198209" y="77915"/>
                    <a:pt x="208210" y="71533"/>
                    <a:pt x="208210" y="62865"/>
                  </a:cubicBezTo>
                  <a:lnTo>
                    <a:pt x="208210" y="18288"/>
                  </a:lnTo>
                  <a:cubicBezTo>
                    <a:pt x="208210" y="12097"/>
                    <a:pt x="203162" y="7144"/>
                    <a:pt x="197066" y="7144"/>
                  </a:cubicBezTo>
                  <a:lnTo>
                    <a:pt x="150584" y="7144"/>
                  </a:lnTo>
                  <a:cubicBezTo>
                    <a:pt x="148107" y="7144"/>
                    <a:pt x="145631" y="8287"/>
                    <a:pt x="144202" y="10287"/>
                  </a:cubicBezTo>
                  <a:cubicBezTo>
                    <a:pt x="137439" y="19431"/>
                    <a:pt x="143821" y="29432"/>
                    <a:pt x="152489" y="29432"/>
                  </a:cubicBezTo>
                  <a:lnTo>
                    <a:pt x="170205" y="29432"/>
                  </a:lnTo>
                  <a:lnTo>
                    <a:pt x="107912" y="91726"/>
                  </a:lnTo>
                  <a:lnTo>
                    <a:pt x="91148" y="74962"/>
                  </a:lnTo>
                  <a:cubicBezTo>
                    <a:pt x="88100" y="71914"/>
                    <a:pt x="83052" y="71914"/>
                    <a:pt x="80004" y="74962"/>
                  </a:cubicBezTo>
                  <a:lnTo>
                    <a:pt x="9519" y="145447"/>
                  </a:lnTo>
                  <a:cubicBezTo>
                    <a:pt x="7709" y="147256"/>
                    <a:pt x="6852" y="149733"/>
                    <a:pt x="7233" y="152209"/>
                  </a:cubicBezTo>
                  <a:cubicBezTo>
                    <a:pt x="8852" y="163544"/>
                    <a:pt x="20377" y="166116"/>
                    <a:pt x="26568" y="1599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" name="자유형: 도형 72">
              <a:extLst>
                <a:ext uri="{FF2B5EF4-FFF2-40B4-BE49-F238E27FC236}">
                  <a16:creationId xmlns="" xmlns:a16="http://schemas.microsoft.com/office/drawing/2014/main" id="{D2AE64EC-BACF-439E-AEBD-29C4E6705F6C}"/>
                </a:ext>
              </a:extLst>
            </p:cNvPr>
            <p:cNvSpPr/>
            <p:nvPr/>
          </p:nvSpPr>
          <p:spPr>
            <a:xfrm>
              <a:off x="797995" y="1807749"/>
              <a:ext cx="95250" cy="104775"/>
            </a:xfrm>
            <a:custGeom>
              <a:avLst/>
              <a:gdLst>
                <a:gd name="connsiteX0" fmla="*/ 18288 w 95250"/>
                <a:gd name="connsiteY0" fmla="*/ 97822 h 104775"/>
                <a:gd name="connsiteX1" fmla="*/ 85154 w 95250"/>
                <a:gd name="connsiteY1" fmla="*/ 97822 h 104775"/>
                <a:gd name="connsiteX2" fmla="*/ 96298 w 95250"/>
                <a:gd name="connsiteY2" fmla="*/ 86677 h 104775"/>
                <a:gd name="connsiteX3" fmla="*/ 96298 w 95250"/>
                <a:gd name="connsiteY3" fmla="*/ 18288 h 104775"/>
                <a:gd name="connsiteX4" fmla="*/ 85154 w 95250"/>
                <a:gd name="connsiteY4" fmla="*/ 7144 h 104775"/>
                <a:gd name="connsiteX5" fmla="*/ 18288 w 95250"/>
                <a:gd name="connsiteY5" fmla="*/ 7144 h 104775"/>
                <a:gd name="connsiteX6" fmla="*/ 7144 w 95250"/>
                <a:gd name="connsiteY6" fmla="*/ 18288 h 104775"/>
                <a:gd name="connsiteX7" fmla="*/ 7144 w 95250"/>
                <a:gd name="connsiteY7" fmla="*/ 86677 h 104775"/>
                <a:gd name="connsiteX8" fmla="*/ 18288 w 95250"/>
                <a:gd name="connsiteY8" fmla="*/ 97822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250" h="104775">
                  <a:moveTo>
                    <a:pt x="18288" y="97822"/>
                  </a:moveTo>
                  <a:lnTo>
                    <a:pt x="85154" y="97822"/>
                  </a:lnTo>
                  <a:cubicBezTo>
                    <a:pt x="91345" y="97822"/>
                    <a:pt x="96298" y="92869"/>
                    <a:pt x="96298" y="86677"/>
                  </a:cubicBezTo>
                  <a:lnTo>
                    <a:pt x="96298" y="18288"/>
                  </a:lnTo>
                  <a:cubicBezTo>
                    <a:pt x="96298" y="12097"/>
                    <a:pt x="91345" y="7144"/>
                    <a:pt x="85154" y="7144"/>
                  </a:cubicBez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86677"/>
                  </a:lnTo>
                  <a:cubicBezTo>
                    <a:pt x="7144" y="92773"/>
                    <a:pt x="12097" y="97822"/>
                    <a:pt x="18288" y="9782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" name="자유형: 도형 73">
              <a:extLst>
                <a:ext uri="{FF2B5EF4-FFF2-40B4-BE49-F238E27FC236}">
                  <a16:creationId xmlns="" xmlns:a16="http://schemas.microsoft.com/office/drawing/2014/main" id="{16F50790-5465-43AE-99BA-B2D787FE828E}"/>
                </a:ext>
              </a:extLst>
            </p:cNvPr>
            <p:cNvSpPr/>
            <p:nvPr/>
          </p:nvSpPr>
          <p:spPr>
            <a:xfrm>
              <a:off x="909438" y="1740884"/>
              <a:ext cx="95250" cy="171450"/>
            </a:xfrm>
            <a:custGeom>
              <a:avLst/>
              <a:gdLst>
                <a:gd name="connsiteX0" fmla="*/ 85153 w 95250"/>
                <a:gd name="connsiteY0" fmla="*/ 7144 h 171450"/>
                <a:gd name="connsiteX1" fmla="*/ 18288 w 95250"/>
                <a:gd name="connsiteY1" fmla="*/ 7144 h 171450"/>
                <a:gd name="connsiteX2" fmla="*/ 7144 w 95250"/>
                <a:gd name="connsiteY2" fmla="*/ 18288 h 171450"/>
                <a:gd name="connsiteX3" fmla="*/ 7144 w 95250"/>
                <a:gd name="connsiteY3" fmla="*/ 153543 h 171450"/>
                <a:gd name="connsiteX4" fmla="*/ 18288 w 95250"/>
                <a:gd name="connsiteY4" fmla="*/ 164687 h 171450"/>
                <a:gd name="connsiteX5" fmla="*/ 85153 w 95250"/>
                <a:gd name="connsiteY5" fmla="*/ 164687 h 171450"/>
                <a:gd name="connsiteX6" fmla="*/ 96298 w 95250"/>
                <a:gd name="connsiteY6" fmla="*/ 153543 h 171450"/>
                <a:gd name="connsiteX7" fmla="*/ 96298 w 95250"/>
                <a:gd name="connsiteY7" fmla="*/ 18288 h 171450"/>
                <a:gd name="connsiteX8" fmla="*/ 85153 w 95250"/>
                <a:gd name="connsiteY8" fmla="*/ 714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250" h="171450">
                  <a:moveTo>
                    <a:pt x="85153" y="7144"/>
                  </a:move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153543"/>
                  </a:lnTo>
                  <a:cubicBezTo>
                    <a:pt x="7144" y="159734"/>
                    <a:pt x="12097" y="164687"/>
                    <a:pt x="18288" y="164687"/>
                  </a:cubicBezTo>
                  <a:lnTo>
                    <a:pt x="85153" y="164687"/>
                  </a:lnTo>
                  <a:cubicBezTo>
                    <a:pt x="91345" y="164687"/>
                    <a:pt x="96298" y="159734"/>
                    <a:pt x="96298" y="153543"/>
                  </a:cubicBezTo>
                  <a:lnTo>
                    <a:pt x="96298" y="18288"/>
                  </a:lnTo>
                  <a:cubicBezTo>
                    <a:pt x="96298" y="12192"/>
                    <a:pt x="91345" y="7144"/>
                    <a:pt x="85153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" name="자유형: 도형 74">
              <a:extLst>
                <a:ext uri="{FF2B5EF4-FFF2-40B4-BE49-F238E27FC236}">
                  <a16:creationId xmlns="" xmlns:a16="http://schemas.microsoft.com/office/drawing/2014/main" id="{C07A890A-BFCC-486D-97CE-FC843C2C0570}"/>
                </a:ext>
              </a:extLst>
            </p:cNvPr>
            <p:cNvSpPr/>
            <p:nvPr/>
          </p:nvSpPr>
          <p:spPr>
            <a:xfrm>
              <a:off x="998589" y="1607534"/>
              <a:ext cx="142875" cy="304800"/>
            </a:xfrm>
            <a:custGeom>
              <a:avLst/>
              <a:gdLst>
                <a:gd name="connsiteX0" fmla="*/ 18291 w 142875"/>
                <a:gd name="connsiteY0" fmla="*/ 118205 h 304800"/>
                <a:gd name="connsiteX1" fmla="*/ 29435 w 142875"/>
                <a:gd name="connsiteY1" fmla="*/ 118205 h 304800"/>
                <a:gd name="connsiteX2" fmla="*/ 29435 w 142875"/>
                <a:gd name="connsiteY2" fmla="*/ 286893 h 304800"/>
                <a:gd name="connsiteX3" fmla="*/ 40580 w 142875"/>
                <a:gd name="connsiteY3" fmla="*/ 298037 h 304800"/>
                <a:gd name="connsiteX4" fmla="*/ 108207 w 142875"/>
                <a:gd name="connsiteY4" fmla="*/ 298037 h 304800"/>
                <a:gd name="connsiteX5" fmla="*/ 119352 w 142875"/>
                <a:gd name="connsiteY5" fmla="*/ 286893 h 304800"/>
                <a:gd name="connsiteX6" fmla="*/ 119352 w 142875"/>
                <a:gd name="connsiteY6" fmla="*/ 118205 h 304800"/>
                <a:gd name="connsiteX7" fmla="*/ 130496 w 142875"/>
                <a:gd name="connsiteY7" fmla="*/ 118205 h 304800"/>
                <a:gd name="connsiteX8" fmla="*/ 140211 w 142875"/>
                <a:gd name="connsiteY8" fmla="*/ 112490 h 304800"/>
                <a:gd name="connsiteX9" fmla="*/ 139926 w 142875"/>
                <a:gd name="connsiteY9" fmla="*/ 101156 h 304800"/>
                <a:gd name="connsiteX10" fmla="*/ 83442 w 142875"/>
                <a:gd name="connsiteY10" fmla="*/ 12002 h 304800"/>
                <a:gd name="connsiteX11" fmla="*/ 64583 w 142875"/>
                <a:gd name="connsiteY11" fmla="*/ 12002 h 304800"/>
                <a:gd name="connsiteX12" fmla="*/ 8861 w 142875"/>
                <a:gd name="connsiteY12" fmla="*/ 101156 h 304800"/>
                <a:gd name="connsiteX13" fmla="*/ 8576 w 142875"/>
                <a:gd name="connsiteY13" fmla="*/ 112490 h 304800"/>
                <a:gd name="connsiteX14" fmla="*/ 18291 w 142875"/>
                <a:gd name="connsiteY14" fmla="*/ 118205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2875" h="304800">
                  <a:moveTo>
                    <a:pt x="18291" y="118205"/>
                  </a:moveTo>
                  <a:lnTo>
                    <a:pt x="29435" y="118205"/>
                  </a:lnTo>
                  <a:lnTo>
                    <a:pt x="29435" y="286893"/>
                  </a:lnTo>
                  <a:cubicBezTo>
                    <a:pt x="29435" y="293084"/>
                    <a:pt x="34388" y="298037"/>
                    <a:pt x="40580" y="298037"/>
                  </a:cubicBezTo>
                  <a:lnTo>
                    <a:pt x="108207" y="298037"/>
                  </a:lnTo>
                  <a:cubicBezTo>
                    <a:pt x="114398" y="298037"/>
                    <a:pt x="119352" y="293084"/>
                    <a:pt x="119352" y="286893"/>
                  </a:cubicBezTo>
                  <a:lnTo>
                    <a:pt x="119352" y="118205"/>
                  </a:lnTo>
                  <a:lnTo>
                    <a:pt x="130496" y="118205"/>
                  </a:lnTo>
                  <a:cubicBezTo>
                    <a:pt x="134591" y="118205"/>
                    <a:pt x="138306" y="116014"/>
                    <a:pt x="140211" y="112490"/>
                  </a:cubicBezTo>
                  <a:cubicBezTo>
                    <a:pt x="142212" y="108966"/>
                    <a:pt x="142021" y="104585"/>
                    <a:pt x="139926" y="101156"/>
                  </a:cubicBezTo>
                  <a:lnTo>
                    <a:pt x="83442" y="12002"/>
                  </a:lnTo>
                  <a:cubicBezTo>
                    <a:pt x="79346" y="5524"/>
                    <a:pt x="68583" y="5524"/>
                    <a:pt x="64583" y="12002"/>
                  </a:cubicBezTo>
                  <a:lnTo>
                    <a:pt x="8861" y="101156"/>
                  </a:lnTo>
                  <a:cubicBezTo>
                    <a:pt x="6671" y="104585"/>
                    <a:pt x="6575" y="108966"/>
                    <a:pt x="8576" y="112490"/>
                  </a:cubicBezTo>
                  <a:cubicBezTo>
                    <a:pt x="10481" y="116014"/>
                    <a:pt x="14291" y="118205"/>
                    <a:pt x="18291" y="1182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" name="자유형: 도형 90">
              <a:extLst>
                <a:ext uri="{FF2B5EF4-FFF2-40B4-BE49-F238E27FC236}">
                  <a16:creationId xmlns="" xmlns:a16="http://schemas.microsoft.com/office/drawing/2014/main" id="{72777DE8-D66C-4542-A901-37F6B738F382}"/>
                </a:ext>
              </a:extLst>
            </p:cNvPr>
            <p:cNvSpPr/>
            <p:nvPr/>
          </p:nvSpPr>
          <p:spPr>
            <a:xfrm>
              <a:off x="752656" y="1562597"/>
              <a:ext cx="390525" cy="390525"/>
            </a:xfrm>
            <a:custGeom>
              <a:avLst/>
              <a:gdLst>
                <a:gd name="connsiteX0" fmla="*/ 376142 w 390525"/>
                <a:gd name="connsiteY0" fmla="*/ 365262 h 390525"/>
                <a:gd name="connsiteX1" fmla="*/ 29432 w 390525"/>
                <a:gd name="connsiteY1" fmla="*/ 365262 h 390525"/>
                <a:gd name="connsiteX2" fmla="*/ 29432 w 390525"/>
                <a:gd name="connsiteY2" fmla="*/ 18552 h 390525"/>
                <a:gd name="connsiteX3" fmla="*/ 19526 w 390525"/>
                <a:gd name="connsiteY3" fmla="*/ 7218 h 390525"/>
                <a:gd name="connsiteX4" fmla="*/ 7144 w 390525"/>
                <a:gd name="connsiteY4" fmla="*/ 18267 h 390525"/>
                <a:gd name="connsiteX5" fmla="*/ 7144 w 390525"/>
                <a:gd name="connsiteY5" fmla="*/ 376407 h 390525"/>
                <a:gd name="connsiteX6" fmla="*/ 18288 w 390525"/>
                <a:gd name="connsiteY6" fmla="*/ 387551 h 390525"/>
                <a:gd name="connsiteX7" fmla="*/ 376428 w 390525"/>
                <a:gd name="connsiteY7" fmla="*/ 387551 h 390525"/>
                <a:gd name="connsiteX8" fmla="*/ 387477 w 390525"/>
                <a:gd name="connsiteY8" fmla="*/ 375168 h 390525"/>
                <a:gd name="connsiteX9" fmla="*/ 376142 w 390525"/>
                <a:gd name="connsiteY9" fmla="*/ 365262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525" h="390525">
                  <a:moveTo>
                    <a:pt x="376142" y="365262"/>
                  </a:moveTo>
                  <a:lnTo>
                    <a:pt x="29432" y="365262"/>
                  </a:lnTo>
                  <a:lnTo>
                    <a:pt x="29432" y="18552"/>
                  </a:lnTo>
                  <a:cubicBezTo>
                    <a:pt x="29432" y="12837"/>
                    <a:pt x="25241" y="7789"/>
                    <a:pt x="19526" y="7218"/>
                  </a:cubicBezTo>
                  <a:cubicBezTo>
                    <a:pt x="12764" y="6456"/>
                    <a:pt x="7144" y="11694"/>
                    <a:pt x="7144" y="18267"/>
                  </a:cubicBezTo>
                  <a:lnTo>
                    <a:pt x="7144" y="376407"/>
                  </a:lnTo>
                  <a:cubicBezTo>
                    <a:pt x="7144" y="382598"/>
                    <a:pt x="12097" y="387551"/>
                    <a:pt x="18288" y="387551"/>
                  </a:cubicBezTo>
                  <a:lnTo>
                    <a:pt x="376428" y="387551"/>
                  </a:lnTo>
                  <a:cubicBezTo>
                    <a:pt x="383000" y="387551"/>
                    <a:pt x="388239" y="381836"/>
                    <a:pt x="387477" y="375168"/>
                  </a:cubicBezTo>
                  <a:cubicBezTo>
                    <a:pt x="386906" y="369453"/>
                    <a:pt x="381857" y="365262"/>
                    <a:pt x="376142" y="36526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90523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>
            <a:extLst>
              <a:ext uri="{FF2B5EF4-FFF2-40B4-BE49-F238E27FC236}">
                <a16:creationId xmlns="" xmlns:a16="http://schemas.microsoft.com/office/drawing/2014/main" id="{E0DA9311-312B-4AB6-9372-7277D1AE03A2}"/>
              </a:ext>
            </a:extLst>
          </p:cNvPr>
          <p:cNvCxnSpPr>
            <a:cxnSpLocks/>
          </p:cNvCxnSpPr>
          <p:nvPr/>
        </p:nvCxnSpPr>
        <p:spPr>
          <a:xfrm>
            <a:off x="-118533" y="1176866"/>
            <a:ext cx="12192000" cy="0"/>
          </a:xfrm>
          <a:prstGeom prst="line">
            <a:avLst/>
          </a:prstGeom>
          <a:ln w="12700">
            <a:solidFill>
              <a:srgbClr val="F3F3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타원 19">
            <a:extLst>
              <a:ext uri="{FF2B5EF4-FFF2-40B4-BE49-F238E27FC236}">
                <a16:creationId xmlns="" xmlns:a16="http://schemas.microsoft.com/office/drawing/2014/main" id="{3ECAC02A-B9E1-4845-88BF-3EA8708B88E8}"/>
              </a:ext>
            </a:extLst>
          </p:cNvPr>
          <p:cNvSpPr/>
          <p:nvPr/>
        </p:nvSpPr>
        <p:spPr>
          <a:xfrm>
            <a:off x="660401" y="564184"/>
            <a:ext cx="508000" cy="471904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 cap="flat">
            <a:solidFill>
              <a:srgbClr val="F3F3F3"/>
            </a:solidFill>
            <a:prstDash val="solid"/>
            <a:miter/>
          </a:ln>
          <a:effectLst>
            <a:outerShdw dist="63500" dir="2700000" algn="tl" rotWithShape="0">
              <a:srgbClr val="F3F3F3"/>
            </a:outerShdw>
          </a:effectLst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96AECA92-3D44-4E02-A54C-BC302C052545}"/>
              </a:ext>
            </a:extLst>
          </p:cNvPr>
          <p:cNvSpPr txBox="1"/>
          <p:nvPr/>
        </p:nvSpPr>
        <p:spPr>
          <a:xfrm>
            <a:off x="1255184" y="509049"/>
            <a:ext cx="109368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3200"/>
              <a:t>What are the companies that may hire T5 Bootcamp graduates?</a:t>
            </a:r>
            <a:endParaRPr lang="en-US" sz="3200" dirty="0"/>
          </a:p>
        </p:txBody>
      </p:sp>
      <p:cxnSp>
        <p:nvCxnSpPr>
          <p:cNvPr id="25" name="직선 연결선 24">
            <a:extLst>
              <a:ext uri="{FF2B5EF4-FFF2-40B4-BE49-F238E27FC236}">
                <a16:creationId xmlns="" xmlns:a16="http://schemas.microsoft.com/office/drawing/2014/main" id="{1E504C04-3878-40E9-B5F4-6F31847389E0}"/>
              </a:ext>
            </a:extLst>
          </p:cNvPr>
          <p:cNvCxnSpPr>
            <a:cxnSpLocks/>
          </p:cNvCxnSpPr>
          <p:nvPr/>
        </p:nvCxnSpPr>
        <p:spPr>
          <a:xfrm>
            <a:off x="0" y="401855"/>
            <a:ext cx="12192000" cy="0"/>
          </a:xfrm>
          <a:prstGeom prst="line">
            <a:avLst/>
          </a:prstGeom>
          <a:ln w="12700">
            <a:solidFill>
              <a:srgbClr val="F3F3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="" xmlns:a16="http://schemas.microsoft.com/office/drawing/2014/main" id="{F2C98143-B56B-45DD-B18E-0F5456CECDAF}"/>
              </a:ext>
            </a:extLst>
          </p:cNvPr>
          <p:cNvCxnSpPr>
            <a:cxnSpLocks/>
          </p:cNvCxnSpPr>
          <p:nvPr/>
        </p:nvCxnSpPr>
        <p:spPr>
          <a:xfrm>
            <a:off x="0" y="6456145"/>
            <a:ext cx="12192000" cy="0"/>
          </a:xfrm>
          <a:prstGeom prst="line">
            <a:avLst/>
          </a:prstGeom>
          <a:ln w="12700">
            <a:solidFill>
              <a:srgbClr val="F3F3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677" y="1201017"/>
            <a:ext cx="7123240" cy="5598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955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>
            <a:extLst>
              <a:ext uri="{FF2B5EF4-FFF2-40B4-BE49-F238E27FC236}">
                <a16:creationId xmlns="" xmlns:a16="http://schemas.microsoft.com/office/drawing/2014/main" id="{E0DA9311-312B-4AB6-9372-7277D1AE03A2}"/>
              </a:ext>
            </a:extLst>
          </p:cNvPr>
          <p:cNvCxnSpPr>
            <a:cxnSpLocks/>
          </p:cNvCxnSpPr>
          <p:nvPr/>
        </p:nvCxnSpPr>
        <p:spPr>
          <a:xfrm>
            <a:off x="-118533" y="1176866"/>
            <a:ext cx="12192000" cy="0"/>
          </a:xfrm>
          <a:prstGeom prst="line">
            <a:avLst/>
          </a:prstGeom>
          <a:ln w="12700">
            <a:solidFill>
              <a:srgbClr val="F3F3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="" xmlns:a16="http://schemas.microsoft.com/office/drawing/2014/main" id="{8242C8FC-9552-4E70-9E7E-46C6ED05F711}"/>
              </a:ext>
            </a:extLst>
          </p:cNvPr>
          <p:cNvSpPr/>
          <p:nvPr/>
        </p:nvSpPr>
        <p:spPr>
          <a:xfrm>
            <a:off x="9055099" y="4271989"/>
            <a:ext cx="19684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0" dirty="0" smtClean="0">
                <a:solidFill>
                  <a:srgbClr val="F3F3F3"/>
                </a:solidFill>
                <a:latin typeface="+mj-lt"/>
              </a:rPr>
              <a:t>WEK </a:t>
            </a:r>
            <a:r>
              <a:rPr lang="en-US" altLang="ko-KR" sz="2000" b="0" dirty="0">
                <a:solidFill>
                  <a:srgbClr val="F3F3F3"/>
                </a:solidFill>
                <a:latin typeface="+mj-lt"/>
              </a:rPr>
              <a:t>4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="" xmlns:a16="http://schemas.microsoft.com/office/drawing/2014/main" id="{3ECAC02A-B9E1-4845-88BF-3EA8708B88E8}"/>
              </a:ext>
            </a:extLst>
          </p:cNvPr>
          <p:cNvSpPr/>
          <p:nvPr/>
        </p:nvSpPr>
        <p:spPr>
          <a:xfrm>
            <a:off x="660401" y="564184"/>
            <a:ext cx="508000" cy="471904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 cap="flat">
            <a:solidFill>
              <a:srgbClr val="F3F3F3"/>
            </a:solidFill>
            <a:prstDash val="solid"/>
            <a:miter/>
          </a:ln>
          <a:effectLst>
            <a:outerShdw dist="63500" dir="2700000" algn="tl" rotWithShape="0">
              <a:srgbClr val="F3F3F3"/>
            </a:outerShdw>
          </a:effectLst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96AECA92-3D44-4E02-A54C-BC302C052545}"/>
              </a:ext>
            </a:extLst>
          </p:cNvPr>
          <p:cNvSpPr txBox="1"/>
          <p:nvPr/>
        </p:nvSpPr>
        <p:spPr>
          <a:xfrm>
            <a:off x="1495136" y="521702"/>
            <a:ext cx="75599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3200"/>
              <a:t>What is the peak month of job posting?</a:t>
            </a:r>
            <a:endParaRPr lang="en-US" sz="3200" dirty="0"/>
          </a:p>
        </p:txBody>
      </p:sp>
      <p:cxnSp>
        <p:nvCxnSpPr>
          <p:cNvPr id="25" name="직선 연결선 24">
            <a:extLst>
              <a:ext uri="{FF2B5EF4-FFF2-40B4-BE49-F238E27FC236}">
                <a16:creationId xmlns="" xmlns:a16="http://schemas.microsoft.com/office/drawing/2014/main" id="{1E504C04-3878-40E9-B5F4-6F31847389E0}"/>
              </a:ext>
            </a:extLst>
          </p:cNvPr>
          <p:cNvCxnSpPr>
            <a:cxnSpLocks/>
          </p:cNvCxnSpPr>
          <p:nvPr/>
        </p:nvCxnSpPr>
        <p:spPr>
          <a:xfrm>
            <a:off x="0" y="401855"/>
            <a:ext cx="12192000" cy="0"/>
          </a:xfrm>
          <a:prstGeom prst="line">
            <a:avLst/>
          </a:prstGeom>
          <a:ln w="12700">
            <a:solidFill>
              <a:srgbClr val="F3F3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="" xmlns:a16="http://schemas.microsoft.com/office/drawing/2014/main" id="{F2C98143-B56B-45DD-B18E-0F5456CECDAF}"/>
              </a:ext>
            </a:extLst>
          </p:cNvPr>
          <p:cNvCxnSpPr>
            <a:cxnSpLocks/>
          </p:cNvCxnSpPr>
          <p:nvPr/>
        </p:nvCxnSpPr>
        <p:spPr>
          <a:xfrm>
            <a:off x="0" y="6456145"/>
            <a:ext cx="12192000" cy="0"/>
          </a:xfrm>
          <a:prstGeom prst="line">
            <a:avLst/>
          </a:prstGeom>
          <a:ln w="12700">
            <a:solidFill>
              <a:srgbClr val="F3F3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248" y="1947473"/>
            <a:ext cx="9295697" cy="418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305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>
            <a:extLst>
              <a:ext uri="{FF2B5EF4-FFF2-40B4-BE49-F238E27FC236}">
                <a16:creationId xmlns="" xmlns:a16="http://schemas.microsoft.com/office/drawing/2014/main" id="{E0DA9311-312B-4AB6-9372-7277D1AE03A2}"/>
              </a:ext>
            </a:extLst>
          </p:cNvPr>
          <p:cNvCxnSpPr>
            <a:cxnSpLocks/>
          </p:cNvCxnSpPr>
          <p:nvPr/>
        </p:nvCxnSpPr>
        <p:spPr>
          <a:xfrm>
            <a:off x="-118533" y="1176866"/>
            <a:ext cx="12192000" cy="0"/>
          </a:xfrm>
          <a:prstGeom prst="line">
            <a:avLst/>
          </a:prstGeom>
          <a:ln w="12700">
            <a:solidFill>
              <a:srgbClr val="F3F3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="" xmlns:a16="http://schemas.microsoft.com/office/drawing/2014/main" id="{8242C8FC-9552-4E70-9E7E-46C6ED05F711}"/>
              </a:ext>
            </a:extLst>
          </p:cNvPr>
          <p:cNvSpPr/>
          <p:nvPr/>
        </p:nvSpPr>
        <p:spPr>
          <a:xfrm>
            <a:off x="9055099" y="4271989"/>
            <a:ext cx="19684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0" dirty="0" smtClean="0">
                <a:solidFill>
                  <a:srgbClr val="F3F3F3"/>
                </a:solidFill>
                <a:latin typeface="+mj-lt"/>
              </a:rPr>
              <a:t>WEK </a:t>
            </a:r>
            <a:r>
              <a:rPr lang="en-US" altLang="ko-KR" sz="2000" b="0" dirty="0">
                <a:solidFill>
                  <a:srgbClr val="F3F3F3"/>
                </a:solidFill>
                <a:latin typeface="+mj-lt"/>
              </a:rPr>
              <a:t>4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="" xmlns:a16="http://schemas.microsoft.com/office/drawing/2014/main" id="{3ECAC02A-B9E1-4845-88BF-3EA8708B88E8}"/>
              </a:ext>
            </a:extLst>
          </p:cNvPr>
          <p:cNvSpPr/>
          <p:nvPr/>
        </p:nvSpPr>
        <p:spPr>
          <a:xfrm>
            <a:off x="660401" y="564184"/>
            <a:ext cx="508000" cy="471904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 cap="flat">
            <a:solidFill>
              <a:srgbClr val="F3F3F3"/>
            </a:solidFill>
            <a:prstDash val="solid"/>
            <a:miter/>
          </a:ln>
          <a:effectLst>
            <a:outerShdw dist="63500" dir="2700000" algn="tl" rotWithShape="0">
              <a:srgbClr val="F3F3F3"/>
            </a:outerShdw>
          </a:effectLst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96AECA92-3D44-4E02-A54C-BC302C052545}"/>
              </a:ext>
            </a:extLst>
          </p:cNvPr>
          <p:cNvSpPr txBox="1"/>
          <p:nvPr/>
        </p:nvSpPr>
        <p:spPr>
          <a:xfrm>
            <a:off x="1255184" y="509049"/>
            <a:ext cx="81104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What is </a:t>
            </a:r>
            <a:r>
              <a:rPr lang="en-US" sz="3200">
                <a:ea typeface="Al Bayan Plain" charset="-78"/>
                <a:cs typeface="Al Bayan Plain" charset="-78"/>
              </a:rPr>
              <a:t>the direction of the labor market?</a:t>
            </a:r>
          </a:p>
          <a:p>
            <a:endParaRPr lang="en-US" sz="3200" dirty="0"/>
          </a:p>
        </p:txBody>
      </p:sp>
      <p:cxnSp>
        <p:nvCxnSpPr>
          <p:cNvPr id="25" name="직선 연결선 24">
            <a:extLst>
              <a:ext uri="{FF2B5EF4-FFF2-40B4-BE49-F238E27FC236}">
                <a16:creationId xmlns="" xmlns:a16="http://schemas.microsoft.com/office/drawing/2014/main" id="{1E504C04-3878-40E9-B5F4-6F31847389E0}"/>
              </a:ext>
            </a:extLst>
          </p:cNvPr>
          <p:cNvCxnSpPr>
            <a:cxnSpLocks/>
          </p:cNvCxnSpPr>
          <p:nvPr/>
        </p:nvCxnSpPr>
        <p:spPr>
          <a:xfrm>
            <a:off x="0" y="401855"/>
            <a:ext cx="12192000" cy="0"/>
          </a:xfrm>
          <a:prstGeom prst="line">
            <a:avLst/>
          </a:prstGeom>
          <a:ln w="12700">
            <a:solidFill>
              <a:srgbClr val="F3F3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="" xmlns:a16="http://schemas.microsoft.com/office/drawing/2014/main" id="{F2C98143-B56B-45DD-B18E-0F5456CECDAF}"/>
              </a:ext>
            </a:extLst>
          </p:cNvPr>
          <p:cNvCxnSpPr>
            <a:cxnSpLocks/>
          </p:cNvCxnSpPr>
          <p:nvPr/>
        </p:nvCxnSpPr>
        <p:spPr>
          <a:xfrm>
            <a:off x="0" y="6456145"/>
            <a:ext cx="12192000" cy="0"/>
          </a:xfrm>
          <a:prstGeom prst="line">
            <a:avLst/>
          </a:prstGeom>
          <a:ln w="12700">
            <a:solidFill>
              <a:srgbClr val="F3F3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799" y="1317645"/>
            <a:ext cx="8937336" cy="5215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283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>
            <a:extLst>
              <a:ext uri="{FF2B5EF4-FFF2-40B4-BE49-F238E27FC236}">
                <a16:creationId xmlns="" xmlns:a16="http://schemas.microsoft.com/office/drawing/2014/main" id="{E0DA9311-312B-4AB6-9372-7277D1AE03A2}"/>
              </a:ext>
            </a:extLst>
          </p:cNvPr>
          <p:cNvCxnSpPr>
            <a:cxnSpLocks/>
          </p:cNvCxnSpPr>
          <p:nvPr/>
        </p:nvCxnSpPr>
        <p:spPr>
          <a:xfrm>
            <a:off x="-118533" y="1176866"/>
            <a:ext cx="12192000" cy="0"/>
          </a:xfrm>
          <a:prstGeom prst="line">
            <a:avLst/>
          </a:prstGeom>
          <a:ln w="12700">
            <a:solidFill>
              <a:srgbClr val="F3F3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="" xmlns:a16="http://schemas.microsoft.com/office/drawing/2014/main" id="{8242C8FC-9552-4E70-9E7E-46C6ED05F711}"/>
              </a:ext>
            </a:extLst>
          </p:cNvPr>
          <p:cNvSpPr/>
          <p:nvPr/>
        </p:nvSpPr>
        <p:spPr>
          <a:xfrm>
            <a:off x="9055099" y="4271989"/>
            <a:ext cx="19684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0" dirty="0" smtClean="0">
                <a:solidFill>
                  <a:srgbClr val="F3F3F3"/>
                </a:solidFill>
                <a:latin typeface="+mj-lt"/>
              </a:rPr>
              <a:t>WEK </a:t>
            </a:r>
            <a:r>
              <a:rPr lang="en-US" altLang="ko-KR" sz="2000" b="0" dirty="0">
                <a:solidFill>
                  <a:srgbClr val="F3F3F3"/>
                </a:solidFill>
                <a:latin typeface="+mj-lt"/>
              </a:rPr>
              <a:t>4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="" xmlns:a16="http://schemas.microsoft.com/office/drawing/2014/main" id="{3ECAC02A-B9E1-4845-88BF-3EA8708B88E8}"/>
              </a:ext>
            </a:extLst>
          </p:cNvPr>
          <p:cNvSpPr/>
          <p:nvPr/>
        </p:nvSpPr>
        <p:spPr>
          <a:xfrm>
            <a:off x="660401" y="564184"/>
            <a:ext cx="508000" cy="471904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 cap="flat">
            <a:solidFill>
              <a:srgbClr val="F3F3F3"/>
            </a:solidFill>
            <a:prstDash val="solid"/>
            <a:miter/>
          </a:ln>
          <a:effectLst>
            <a:outerShdw dist="63500" dir="2700000" algn="tl" rotWithShape="0">
              <a:srgbClr val="F3F3F3"/>
            </a:outerShdw>
          </a:effectLst>
        </p:spPr>
        <p:txBody>
          <a:bodyPr rtlCol="0" anchor="ctr"/>
          <a:lstStyle/>
          <a:p>
            <a:pPr algn="l"/>
            <a:endParaRPr lang="ko-KR" altLang="en-US"/>
          </a:p>
        </p:txBody>
      </p:sp>
      <p:cxnSp>
        <p:nvCxnSpPr>
          <p:cNvPr id="25" name="직선 연결선 24">
            <a:extLst>
              <a:ext uri="{FF2B5EF4-FFF2-40B4-BE49-F238E27FC236}">
                <a16:creationId xmlns="" xmlns:a16="http://schemas.microsoft.com/office/drawing/2014/main" id="{1E504C04-3878-40E9-B5F4-6F31847389E0}"/>
              </a:ext>
            </a:extLst>
          </p:cNvPr>
          <p:cNvCxnSpPr>
            <a:cxnSpLocks/>
          </p:cNvCxnSpPr>
          <p:nvPr/>
        </p:nvCxnSpPr>
        <p:spPr>
          <a:xfrm>
            <a:off x="0" y="401855"/>
            <a:ext cx="12192000" cy="0"/>
          </a:xfrm>
          <a:prstGeom prst="line">
            <a:avLst/>
          </a:prstGeom>
          <a:ln w="12700">
            <a:solidFill>
              <a:srgbClr val="F3F3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="" xmlns:a16="http://schemas.microsoft.com/office/drawing/2014/main" id="{F2C98143-B56B-45DD-B18E-0F5456CECDAF}"/>
              </a:ext>
            </a:extLst>
          </p:cNvPr>
          <p:cNvCxnSpPr>
            <a:cxnSpLocks/>
          </p:cNvCxnSpPr>
          <p:nvPr/>
        </p:nvCxnSpPr>
        <p:spPr>
          <a:xfrm>
            <a:off x="0" y="6456145"/>
            <a:ext cx="12192000" cy="0"/>
          </a:xfrm>
          <a:prstGeom prst="line">
            <a:avLst/>
          </a:prstGeom>
          <a:ln w="12700">
            <a:solidFill>
              <a:srgbClr val="F3F3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990" y="1194597"/>
            <a:ext cx="11003792" cy="5035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762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>
            <a:extLst>
              <a:ext uri="{FF2B5EF4-FFF2-40B4-BE49-F238E27FC236}">
                <a16:creationId xmlns="" xmlns:a16="http://schemas.microsoft.com/office/drawing/2014/main" id="{E0DA9311-312B-4AB6-9372-7277D1AE03A2}"/>
              </a:ext>
            </a:extLst>
          </p:cNvPr>
          <p:cNvCxnSpPr>
            <a:cxnSpLocks/>
          </p:cNvCxnSpPr>
          <p:nvPr/>
        </p:nvCxnSpPr>
        <p:spPr>
          <a:xfrm>
            <a:off x="-118533" y="1176866"/>
            <a:ext cx="12192000" cy="0"/>
          </a:xfrm>
          <a:prstGeom prst="line">
            <a:avLst/>
          </a:prstGeom>
          <a:ln w="12700">
            <a:solidFill>
              <a:srgbClr val="F3F3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타원 19">
            <a:extLst>
              <a:ext uri="{FF2B5EF4-FFF2-40B4-BE49-F238E27FC236}">
                <a16:creationId xmlns="" xmlns:a16="http://schemas.microsoft.com/office/drawing/2014/main" id="{3ECAC02A-B9E1-4845-88BF-3EA8708B88E8}"/>
              </a:ext>
            </a:extLst>
          </p:cNvPr>
          <p:cNvSpPr/>
          <p:nvPr/>
        </p:nvSpPr>
        <p:spPr>
          <a:xfrm>
            <a:off x="660401" y="564184"/>
            <a:ext cx="508000" cy="471904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 cap="flat">
            <a:solidFill>
              <a:srgbClr val="F3F3F3"/>
            </a:solidFill>
            <a:prstDash val="solid"/>
            <a:miter/>
          </a:ln>
          <a:effectLst>
            <a:outerShdw dist="63500" dir="2700000" algn="tl" rotWithShape="0">
              <a:srgbClr val="F3F3F3"/>
            </a:outerShdw>
          </a:effectLst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96AECA92-3D44-4E02-A54C-BC302C052545}"/>
              </a:ext>
            </a:extLst>
          </p:cNvPr>
          <p:cNvSpPr txBox="1"/>
          <p:nvPr/>
        </p:nvSpPr>
        <p:spPr>
          <a:xfrm>
            <a:off x="1255184" y="509049"/>
            <a:ext cx="49652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Summary of insights</a:t>
            </a:r>
            <a:endParaRPr lang="ko-KR" altLang="en-US" sz="2800" dirty="0">
              <a:solidFill>
                <a:schemeClr val="accent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="" xmlns:a16="http://schemas.microsoft.com/office/drawing/2014/main" id="{1E504C04-3878-40E9-B5F4-6F31847389E0}"/>
              </a:ext>
            </a:extLst>
          </p:cNvPr>
          <p:cNvCxnSpPr>
            <a:cxnSpLocks/>
          </p:cNvCxnSpPr>
          <p:nvPr/>
        </p:nvCxnSpPr>
        <p:spPr>
          <a:xfrm>
            <a:off x="0" y="401855"/>
            <a:ext cx="12192000" cy="0"/>
          </a:xfrm>
          <a:prstGeom prst="line">
            <a:avLst/>
          </a:prstGeom>
          <a:ln w="12700">
            <a:solidFill>
              <a:srgbClr val="F3F3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="" xmlns:a16="http://schemas.microsoft.com/office/drawing/2014/main" id="{F2C98143-B56B-45DD-B18E-0F5456CECDAF}"/>
              </a:ext>
            </a:extLst>
          </p:cNvPr>
          <p:cNvCxnSpPr>
            <a:cxnSpLocks/>
          </p:cNvCxnSpPr>
          <p:nvPr/>
        </p:nvCxnSpPr>
        <p:spPr>
          <a:xfrm>
            <a:off x="0" y="6456145"/>
            <a:ext cx="12192000" cy="0"/>
          </a:xfrm>
          <a:prstGeom prst="line">
            <a:avLst/>
          </a:prstGeom>
          <a:ln w="12700">
            <a:solidFill>
              <a:srgbClr val="F3F3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775855" y="2343787"/>
            <a:ext cx="7329054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Labor 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</a:rPr>
              <a:t>market has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high demand 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</a:rPr>
              <a:t>on IT position.</a:t>
            </a:r>
          </a:p>
          <a:p>
            <a:pPr marL="285750" indent="-285750">
              <a:buFont typeface="Arial" charset="0"/>
              <a:buChar char="•"/>
            </a:pPr>
            <a:endParaRPr lang="en-US" sz="20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charset="0"/>
              <a:buChar char="•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IT services become a major department in different 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</a:rPr>
              <a:t>industries.</a:t>
            </a:r>
          </a:p>
          <a:p>
            <a:pPr marL="285750" indent="-285750">
              <a:buFont typeface="Arial" charset="0"/>
              <a:buChar char="•"/>
            </a:pPr>
            <a:endParaRPr lang="en-US" sz="20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charset="0"/>
              <a:buChar char="•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The mid-senior level is the highest 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</a:rPr>
              <a:t>level in demand for different industries specially in IT department.</a:t>
            </a:r>
            <a:endParaRPr lang="en-US" sz="20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charset="0"/>
              <a:buChar char="•"/>
            </a:pP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22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590AC98F-26AD-42DA-9C11-02C7349EE266}"/>
              </a:ext>
            </a:extLst>
          </p:cNvPr>
          <p:cNvSpPr txBox="1"/>
          <p:nvPr/>
        </p:nvSpPr>
        <p:spPr>
          <a:xfrm>
            <a:off x="3208867" y="2828836"/>
            <a:ext cx="5774266" cy="1200329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>
            <a:defPPr>
              <a:defRPr lang="ko-KR"/>
            </a:defPPr>
            <a:lvl1pPr>
              <a:defRPr sz="4000" b="1">
                <a:latin typeface="+mj-lt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ko-KR" sz="7200" b="0" dirty="0">
                <a:solidFill>
                  <a:schemeClr val="accent1">
                    <a:lumMod val="75000"/>
                  </a:schemeClr>
                </a:solidFill>
              </a:rPr>
              <a:t>Thanks !</a:t>
            </a:r>
          </a:p>
        </p:txBody>
      </p:sp>
    </p:spTree>
    <p:extLst>
      <p:ext uri="{BB962C8B-B14F-4D97-AF65-F5344CB8AC3E}">
        <p14:creationId xmlns:p14="http://schemas.microsoft.com/office/powerpoint/2010/main" val="1907620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PTMON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bril Fatface - Montserrat Light">
      <a:majorFont>
        <a:latin typeface="Abril Fatface"/>
        <a:ea typeface="Arial Unicode MS"/>
        <a:cs typeface=""/>
      </a:majorFont>
      <a:minorFont>
        <a:latin typeface="Montserrat Light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3F3F3"/>
        </a:solidFill>
        <a:ln>
          <a:solidFill>
            <a:srgbClr val="272525"/>
          </a:solidFill>
        </a:ln>
        <a:effectLst>
          <a:outerShdw dist="63500" dir="2700000" algn="tl" rotWithShape="0">
            <a:srgbClr val="272525"/>
          </a:outerShdw>
        </a:effectLst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400" dirty="0" smtClean="0">
            <a:solidFill>
              <a:srgbClr val="272525"/>
            </a:solidFill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noFill/>
        <a:ln>
          <a:solidFill>
            <a:srgbClr val="272525"/>
          </a:solidFill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3868</TotalTime>
  <Words>321</Words>
  <Application>Microsoft Macintosh PowerPoint</Application>
  <PresentationFormat>Widescreen</PresentationFormat>
  <Paragraphs>81</Paragraphs>
  <Slides>20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Abril Fatface</vt:lpstr>
      <vt:lpstr>Al Bayan Plain</vt:lpstr>
      <vt:lpstr>Arial Unicode MS</vt:lpstr>
      <vt:lpstr>Calibri</vt:lpstr>
      <vt:lpstr>Montserrat Light</vt:lpstr>
      <vt:lpstr>Oswald</vt:lpstr>
      <vt:lpstr>Symbol</vt:lpstr>
      <vt:lpstr>Times New Roman</vt:lpstr>
      <vt:lpstr>맑은 고딕</vt:lpstr>
      <vt:lpstr>Arial</vt:lpstr>
      <vt:lpstr>PPTMON theme</vt:lpstr>
      <vt:lpstr>PowerPoint Presentation</vt:lpstr>
      <vt:lpstr>About LinkedIn</vt:lpstr>
      <vt:lpstr>PowerPoint Presentation</vt:lpstr>
      <vt:lpstr>Project idea &amp; opportunity</vt:lpstr>
      <vt:lpstr>Questions to be answered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visualization &amp; insights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5</dc:creator>
  <cp:lastModifiedBy>Microsoft account</cp:lastModifiedBy>
  <cp:revision>276</cp:revision>
  <dcterms:created xsi:type="dcterms:W3CDTF">2019-04-06T05:20:47Z</dcterms:created>
  <dcterms:modified xsi:type="dcterms:W3CDTF">2021-11-19T20:10:47Z</dcterms:modified>
</cp:coreProperties>
</file>